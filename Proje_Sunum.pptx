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020800" cy="7924800"/>
  <p:notesSz cx="6858000" cy="9144000"/>
  <p:embeddedFontLst>
    <p:embeddedFont>
      <p:font typeface="Archivo Black" panose="020B0604020202020204" charset="-94"/>
      <p:regular r:id="rId17"/>
    </p:embeddedFont>
    <p:embeddedFont>
      <p:font typeface="Montserrat" panose="00000500000000000000" pitchFamily="2" charset="-94"/>
      <p:regular r:id="rId18"/>
    </p:embeddedFont>
    <p:embeddedFont>
      <p:font typeface="Montserrat Bold" panose="020B0604020202020204" charset="-94"/>
      <p:regular r:id="rId19"/>
    </p:embeddedFont>
    <p:embeddedFont>
      <p:font typeface="Open Sauce" panose="020B0604020202020204" charset="-9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4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2.png"/><Relationship Id="rId10" Type="http://schemas.openxmlformats.org/officeDocument/2006/relationships/image" Target="../media/image61.svg"/><Relationship Id="rId4" Type="http://schemas.openxmlformats.org/officeDocument/2006/relationships/image" Target="../media/image55.svg"/><Relationship Id="rId9" Type="http://schemas.openxmlformats.org/officeDocument/2006/relationships/image" Target="../media/image60.png"/><Relationship Id="rId14" Type="http://schemas.openxmlformats.org/officeDocument/2006/relationships/image" Target="../media/image6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2.png"/><Relationship Id="rId3" Type="http://schemas.openxmlformats.org/officeDocument/2006/relationships/image" Target="../media/image67.png"/><Relationship Id="rId7" Type="http://schemas.openxmlformats.org/officeDocument/2006/relationships/image" Target="../media/image18.png"/><Relationship Id="rId12" Type="http://schemas.openxmlformats.org/officeDocument/2006/relationships/image" Target="../media/image7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5" Type="http://schemas.openxmlformats.org/officeDocument/2006/relationships/image" Target="../media/image20.png"/><Relationship Id="rId10" Type="http://schemas.openxmlformats.org/officeDocument/2006/relationships/image" Target="../media/image71.png"/><Relationship Id="rId4" Type="http://schemas.openxmlformats.org/officeDocument/2006/relationships/image" Target="../media/image68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" r="-19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-146576" y="6417175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2" y="0"/>
                </a:lnTo>
                <a:lnTo>
                  <a:pt x="1878112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67" r="-3356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82988" y="6383089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2682421" y="3760557"/>
            <a:ext cx="1410912" cy="7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4"/>
              </a:lnSpc>
              <a:spcBef>
                <a:spcPct val="0"/>
              </a:spcBef>
            </a:pPr>
            <a:r>
              <a:rPr lang="en-US" sz="4793" b="1" u="none" strike="noStrike" spc="254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51854" y="4653196"/>
            <a:ext cx="2072045" cy="60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</a:pPr>
            <a:r>
              <a:rPr lang="en-US" sz="3600" spc="352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Tanıtım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05850" y="3760557"/>
            <a:ext cx="1410912" cy="7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4"/>
              </a:lnSpc>
              <a:spcBef>
                <a:spcPct val="0"/>
              </a:spcBef>
            </a:pPr>
            <a:r>
              <a:rPr lang="en-US" sz="4793" b="1" spc="254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11952" y="4653196"/>
            <a:ext cx="2631318" cy="60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</a:pPr>
            <a:r>
              <a:rPr lang="en-US" sz="3600" spc="352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Özellikler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73512" y="3527986"/>
            <a:ext cx="1410912" cy="7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4"/>
              </a:lnSpc>
              <a:spcBef>
                <a:spcPct val="0"/>
              </a:spcBef>
            </a:pPr>
            <a:r>
              <a:rPr lang="en-US" sz="4793" b="1" spc="254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82421" y="5356713"/>
            <a:ext cx="1410912" cy="7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4"/>
              </a:lnSpc>
              <a:spcBef>
                <a:spcPct val="0"/>
              </a:spcBef>
            </a:pPr>
            <a:r>
              <a:rPr lang="en-US" sz="4793" b="1" spc="254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38155" y="4653196"/>
            <a:ext cx="4690165" cy="60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</a:pPr>
            <a:r>
              <a:rPr lang="en-US" sz="3600" spc="352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Geri Bildirimler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05850" y="5444712"/>
            <a:ext cx="1410912" cy="7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4"/>
              </a:lnSpc>
              <a:spcBef>
                <a:spcPct val="0"/>
              </a:spcBef>
            </a:pPr>
            <a:r>
              <a:rPr lang="en-US" sz="4793" b="1" spc="254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5276" y="6268403"/>
            <a:ext cx="2897585" cy="60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</a:pPr>
            <a:r>
              <a:rPr lang="en-US" sz="3600" spc="352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Pazarlama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73512" y="5532925"/>
            <a:ext cx="1410912" cy="7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4"/>
              </a:lnSpc>
              <a:spcBef>
                <a:spcPct val="0"/>
              </a:spcBef>
            </a:pPr>
            <a:r>
              <a:rPr lang="en-US" sz="4793" b="1" spc="254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9279" y="6268403"/>
            <a:ext cx="2246596" cy="60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</a:pPr>
            <a:r>
              <a:rPr lang="en-US" sz="3600" spc="352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Kapanış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31728" y="6268403"/>
            <a:ext cx="2512297" cy="60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</a:pPr>
            <a:r>
              <a:rPr lang="en-US" sz="3600" spc="352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Hedefler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4484615" y="213029"/>
            <a:ext cx="14838534" cy="1731151"/>
            <a:chOff x="0" y="0"/>
            <a:chExt cx="1876002" cy="2188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34916" y="744147"/>
            <a:ext cx="7136386" cy="62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20"/>
              </a:lnSpc>
              <a:spcBef>
                <a:spcPct val="0"/>
              </a:spcBef>
            </a:pPr>
            <a:r>
              <a:rPr lang="en-US" sz="3638" spc="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IÇERIK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2253" y="1838576"/>
            <a:ext cx="4361646" cy="211207"/>
            <a:chOff x="0" y="0"/>
            <a:chExt cx="4519796" cy="2188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67" r="-3356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7671614" y="4238688"/>
            <a:ext cx="6349186" cy="3596794"/>
          </a:xfrm>
          <a:custGeom>
            <a:avLst/>
            <a:gdLst/>
            <a:ahLst/>
            <a:cxnLst/>
            <a:rect l="l" t="t" r="r" b="b"/>
            <a:pathLst>
              <a:path w="6349186" h="3596794">
                <a:moveTo>
                  <a:pt x="0" y="0"/>
                </a:moveTo>
                <a:lnTo>
                  <a:pt x="6349186" y="0"/>
                </a:lnTo>
                <a:lnTo>
                  <a:pt x="6349186" y="3596794"/>
                </a:lnTo>
                <a:lnTo>
                  <a:pt x="0" y="3596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15" b="-1415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4" name="Group 4"/>
          <p:cNvGrpSpPr/>
          <p:nvPr/>
        </p:nvGrpSpPr>
        <p:grpSpPr>
          <a:xfrm>
            <a:off x="792480" y="2894582"/>
            <a:ext cx="522070" cy="52207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2480" y="4348342"/>
            <a:ext cx="522070" cy="52207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6730819"/>
            <a:ext cx="1461686" cy="1461686"/>
          </a:xfrm>
          <a:custGeom>
            <a:avLst/>
            <a:gdLst/>
            <a:ahLst/>
            <a:cxnLst/>
            <a:rect l="l" t="t" r="r" b="b"/>
            <a:pathLst>
              <a:path w="1461686" h="1461686">
                <a:moveTo>
                  <a:pt x="0" y="0"/>
                </a:moveTo>
                <a:lnTo>
                  <a:pt x="1461686" y="0"/>
                </a:lnTo>
                <a:lnTo>
                  <a:pt x="1461686" y="1461686"/>
                </a:lnTo>
                <a:lnTo>
                  <a:pt x="0" y="1461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1" name="Group 11"/>
          <p:cNvGrpSpPr/>
          <p:nvPr/>
        </p:nvGrpSpPr>
        <p:grpSpPr>
          <a:xfrm>
            <a:off x="-2882473" y="378488"/>
            <a:ext cx="10164204" cy="1515292"/>
            <a:chOff x="0" y="0"/>
            <a:chExt cx="1537211" cy="2291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7211" cy="229169"/>
            </a:xfrm>
            <a:custGeom>
              <a:avLst/>
              <a:gdLst/>
              <a:ahLst/>
              <a:cxnLst/>
              <a:rect l="l" t="t" r="r" b="b"/>
              <a:pathLst>
                <a:path w="1537211" h="229169">
                  <a:moveTo>
                    <a:pt x="1334011" y="0"/>
                  </a:moveTo>
                  <a:lnTo>
                    <a:pt x="0" y="0"/>
                  </a:lnTo>
                  <a:lnTo>
                    <a:pt x="203200" y="229169"/>
                  </a:lnTo>
                  <a:lnTo>
                    <a:pt x="1537211" y="229169"/>
                  </a:lnTo>
                  <a:lnTo>
                    <a:pt x="1334011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19050"/>
              <a:ext cx="1334011" cy="248219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671614" y="0"/>
            <a:ext cx="6349186" cy="3091722"/>
          </a:xfrm>
          <a:custGeom>
            <a:avLst/>
            <a:gdLst/>
            <a:ahLst/>
            <a:cxnLst/>
            <a:rect l="l" t="t" r="r" b="b"/>
            <a:pathLst>
              <a:path w="6349186" h="3091722">
                <a:moveTo>
                  <a:pt x="0" y="0"/>
                </a:moveTo>
                <a:lnTo>
                  <a:pt x="6349186" y="0"/>
                </a:lnTo>
                <a:lnTo>
                  <a:pt x="6349186" y="3091722"/>
                </a:lnTo>
                <a:lnTo>
                  <a:pt x="0" y="30917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5" name="TextBox 15"/>
          <p:cNvSpPr txBox="1"/>
          <p:nvPr/>
        </p:nvSpPr>
        <p:spPr>
          <a:xfrm>
            <a:off x="1461686" y="2777334"/>
            <a:ext cx="5468005" cy="124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r>
              <a:rPr lang="en-US" sz="2400" spc="23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Pixel-art grafikler ve atmosferik müziklerle retro deneyim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1686" y="4310242"/>
            <a:ext cx="5161237" cy="124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Zengin karakter ve level sayısı</a:t>
            </a:r>
          </a:p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endParaRPr lang="en-US" sz="2400" spc="23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55458" y="609886"/>
            <a:ext cx="5686322" cy="88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19"/>
              </a:lnSpc>
              <a:spcBef>
                <a:spcPct val="0"/>
              </a:spcBef>
            </a:pPr>
            <a:r>
              <a:rPr lang="en-US" sz="5159" spc="4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TANITIM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272" b="-2527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792480" y="3291372"/>
            <a:ext cx="532627" cy="5326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2480" y="4809412"/>
            <a:ext cx="556156" cy="55615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028535" y="634745"/>
            <a:ext cx="10341747" cy="1731151"/>
            <a:chOff x="0" y="0"/>
            <a:chExt cx="1307483" cy="2188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7483" cy="218865"/>
            </a:xfrm>
            <a:custGeom>
              <a:avLst/>
              <a:gdLst/>
              <a:ahLst/>
              <a:cxnLst/>
              <a:rect l="l" t="t" r="r" b="b"/>
              <a:pathLst>
                <a:path w="1307483" h="218865">
                  <a:moveTo>
                    <a:pt x="11042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307483" y="218865"/>
                  </a:lnTo>
                  <a:lnTo>
                    <a:pt x="1104283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19050"/>
              <a:ext cx="1104283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9630" y="6371708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3" name="Group 13"/>
          <p:cNvGrpSpPr/>
          <p:nvPr/>
        </p:nvGrpSpPr>
        <p:grpSpPr>
          <a:xfrm>
            <a:off x="6797164" y="4809412"/>
            <a:ext cx="556156" cy="55615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84194" y="3291372"/>
            <a:ext cx="532627" cy="53262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74039" y="3337467"/>
            <a:ext cx="2410811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r>
              <a:rPr lang="en-US" sz="2400" spc="235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5 Farklı Level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74039" y="4867272"/>
            <a:ext cx="321837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r>
              <a:rPr lang="en-US" sz="2400" spc="235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71 Farklı Düşman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7838" y="1121596"/>
            <a:ext cx="5686322" cy="88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19"/>
              </a:lnSpc>
              <a:spcBef>
                <a:spcPct val="0"/>
              </a:spcBef>
            </a:pPr>
            <a:r>
              <a:rPr lang="en-US" sz="5159" spc="4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ÖZELLİKLER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8694" y="4625988"/>
            <a:ext cx="3064988" cy="82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r>
              <a:rPr lang="en-US" sz="2400" spc="235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Özelleştirilmiş Menü Sistemi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18694" y="3337467"/>
            <a:ext cx="4046908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r>
              <a:rPr lang="en-US" sz="2400" spc="235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Ana Karakter Gelişimi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272" b="-2527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-3028535" y="634745"/>
            <a:ext cx="10341747" cy="1731151"/>
            <a:chOff x="0" y="0"/>
            <a:chExt cx="1307483" cy="218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7483" cy="218865"/>
            </a:xfrm>
            <a:custGeom>
              <a:avLst/>
              <a:gdLst/>
              <a:ahLst/>
              <a:cxnLst/>
              <a:rect l="l" t="t" r="r" b="b"/>
              <a:pathLst>
                <a:path w="1307483" h="218865">
                  <a:moveTo>
                    <a:pt x="11042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307483" y="218865"/>
                  </a:lnTo>
                  <a:lnTo>
                    <a:pt x="1104283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104283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630" y="6371708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7502845" y="169193"/>
            <a:ext cx="6370040" cy="3265046"/>
          </a:xfrm>
          <a:custGeom>
            <a:avLst/>
            <a:gdLst/>
            <a:ahLst/>
            <a:cxnLst/>
            <a:rect l="l" t="t" r="r" b="b"/>
            <a:pathLst>
              <a:path w="6370040" h="3265046">
                <a:moveTo>
                  <a:pt x="0" y="0"/>
                </a:moveTo>
                <a:lnTo>
                  <a:pt x="6370041" y="0"/>
                </a:lnTo>
                <a:lnTo>
                  <a:pt x="6370041" y="3265046"/>
                </a:lnTo>
                <a:lnTo>
                  <a:pt x="0" y="3265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2142339" y="3962400"/>
            <a:ext cx="3180603" cy="3650337"/>
          </a:xfrm>
          <a:custGeom>
            <a:avLst/>
            <a:gdLst/>
            <a:ahLst/>
            <a:cxnLst/>
            <a:rect l="l" t="t" r="r" b="b"/>
            <a:pathLst>
              <a:path w="3180603" h="3650337">
                <a:moveTo>
                  <a:pt x="0" y="0"/>
                </a:moveTo>
                <a:lnTo>
                  <a:pt x="3180603" y="0"/>
                </a:lnTo>
                <a:lnTo>
                  <a:pt x="3180603" y="3650337"/>
                </a:lnTo>
                <a:lnTo>
                  <a:pt x="0" y="36503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6294714" y="3962400"/>
            <a:ext cx="3180554" cy="3650337"/>
          </a:xfrm>
          <a:custGeom>
            <a:avLst/>
            <a:gdLst/>
            <a:ahLst/>
            <a:cxnLst/>
            <a:rect l="l" t="t" r="r" b="b"/>
            <a:pathLst>
              <a:path w="3180554" h="3650337">
                <a:moveTo>
                  <a:pt x="0" y="0"/>
                </a:moveTo>
                <a:lnTo>
                  <a:pt x="3180554" y="0"/>
                </a:lnTo>
                <a:lnTo>
                  <a:pt x="3180554" y="3650337"/>
                </a:lnTo>
                <a:lnTo>
                  <a:pt x="0" y="36503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10446818" y="3902665"/>
            <a:ext cx="3180554" cy="3710072"/>
          </a:xfrm>
          <a:custGeom>
            <a:avLst/>
            <a:gdLst/>
            <a:ahLst/>
            <a:cxnLst/>
            <a:rect l="l" t="t" r="r" b="b"/>
            <a:pathLst>
              <a:path w="3180554" h="3710072">
                <a:moveTo>
                  <a:pt x="0" y="0"/>
                </a:moveTo>
                <a:lnTo>
                  <a:pt x="3180554" y="0"/>
                </a:lnTo>
                <a:lnTo>
                  <a:pt x="3180554" y="3710072"/>
                </a:lnTo>
                <a:lnTo>
                  <a:pt x="0" y="37100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99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TextBox 11"/>
          <p:cNvSpPr txBox="1"/>
          <p:nvPr/>
        </p:nvSpPr>
        <p:spPr>
          <a:xfrm>
            <a:off x="367838" y="1121596"/>
            <a:ext cx="5686322" cy="88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19"/>
              </a:lnSpc>
              <a:spcBef>
                <a:spcPct val="0"/>
              </a:spcBef>
            </a:pPr>
            <a:r>
              <a:rPr lang="en-US" sz="5159" spc="4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MENÜ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85" b="-4685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-3028535" y="634745"/>
            <a:ext cx="10341747" cy="1731151"/>
            <a:chOff x="0" y="0"/>
            <a:chExt cx="1307483" cy="218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7483" cy="218865"/>
            </a:xfrm>
            <a:custGeom>
              <a:avLst/>
              <a:gdLst/>
              <a:ahLst/>
              <a:cxnLst/>
              <a:rect l="l" t="t" r="r" b="b"/>
              <a:pathLst>
                <a:path w="1307483" h="218865">
                  <a:moveTo>
                    <a:pt x="11042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307483" y="218865"/>
                  </a:lnTo>
                  <a:lnTo>
                    <a:pt x="1104283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104283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630" y="6371708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79630" y="2724826"/>
            <a:ext cx="7317402" cy="3899782"/>
          </a:xfrm>
          <a:custGeom>
            <a:avLst/>
            <a:gdLst/>
            <a:ahLst/>
            <a:cxnLst/>
            <a:rect l="l" t="t" r="r" b="b"/>
            <a:pathLst>
              <a:path w="7317402" h="3899782">
                <a:moveTo>
                  <a:pt x="0" y="0"/>
                </a:moveTo>
                <a:lnTo>
                  <a:pt x="7317402" y="0"/>
                </a:lnTo>
                <a:lnTo>
                  <a:pt x="7317402" y="3899781"/>
                </a:lnTo>
                <a:lnTo>
                  <a:pt x="0" y="3899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68" r="-9897" b="-322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7582166" y="634745"/>
            <a:ext cx="5120804" cy="2579077"/>
          </a:xfrm>
          <a:custGeom>
            <a:avLst/>
            <a:gdLst/>
            <a:ahLst/>
            <a:cxnLst/>
            <a:rect l="l" t="t" r="r" b="b"/>
            <a:pathLst>
              <a:path w="5120804" h="2579077">
                <a:moveTo>
                  <a:pt x="0" y="0"/>
                </a:moveTo>
                <a:lnTo>
                  <a:pt x="5120804" y="0"/>
                </a:lnTo>
                <a:lnTo>
                  <a:pt x="5120804" y="2579077"/>
                </a:lnTo>
                <a:lnTo>
                  <a:pt x="0" y="2579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85" t="-48100" r="-18192" b="-24081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7582166" y="3366175"/>
            <a:ext cx="5120804" cy="3617089"/>
          </a:xfrm>
          <a:custGeom>
            <a:avLst/>
            <a:gdLst/>
            <a:ahLst/>
            <a:cxnLst/>
            <a:rect l="l" t="t" r="r" b="b"/>
            <a:pathLst>
              <a:path w="5120804" h="3617089">
                <a:moveTo>
                  <a:pt x="0" y="0"/>
                </a:moveTo>
                <a:lnTo>
                  <a:pt x="5120804" y="0"/>
                </a:lnTo>
                <a:lnTo>
                  <a:pt x="5120804" y="3617089"/>
                </a:lnTo>
                <a:lnTo>
                  <a:pt x="0" y="3617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74" t="-22427" r="-12335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TextBox 10"/>
          <p:cNvSpPr txBox="1"/>
          <p:nvPr/>
        </p:nvSpPr>
        <p:spPr>
          <a:xfrm>
            <a:off x="0" y="582642"/>
            <a:ext cx="5686322" cy="178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19"/>
              </a:lnSpc>
              <a:spcBef>
                <a:spcPct val="0"/>
              </a:spcBef>
            </a:pPr>
            <a:r>
              <a:rPr lang="en-US" sz="5159" spc="4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 KARAKTER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272" b="-2527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-3213131" y="91220"/>
            <a:ext cx="10341747" cy="1731151"/>
            <a:chOff x="0" y="0"/>
            <a:chExt cx="1307483" cy="218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7483" cy="218865"/>
            </a:xfrm>
            <a:custGeom>
              <a:avLst/>
              <a:gdLst/>
              <a:ahLst/>
              <a:cxnLst/>
              <a:rect l="l" t="t" r="r" b="b"/>
              <a:pathLst>
                <a:path w="1307483" h="218865">
                  <a:moveTo>
                    <a:pt x="11042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307483" y="218865"/>
                  </a:lnTo>
                  <a:lnTo>
                    <a:pt x="1104283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104283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630" y="6371708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8155192" y="5075204"/>
            <a:ext cx="3337408" cy="2715553"/>
          </a:xfrm>
          <a:custGeom>
            <a:avLst/>
            <a:gdLst/>
            <a:ahLst/>
            <a:cxnLst/>
            <a:rect l="l" t="t" r="r" b="b"/>
            <a:pathLst>
              <a:path w="3337408" h="2715553">
                <a:moveTo>
                  <a:pt x="0" y="0"/>
                </a:moveTo>
                <a:lnTo>
                  <a:pt x="3337408" y="0"/>
                </a:lnTo>
                <a:lnTo>
                  <a:pt x="3337408" y="2715553"/>
                </a:lnTo>
                <a:lnTo>
                  <a:pt x="0" y="2715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3146208" y="5075204"/>
            <a:ext cx="3323864" cy="2715553"/>
          </a:xfrm>
          <a:custGeom>
            <a:avLst/>
            <a:gdLst/>
            <a:ahLst/>
            <a:cxnLst/>
            <a:rect l="l" t="t" r="r" b="b"/>
            <a:pathLst>
              <a:path w="3323864" h="2715553">
                <a:moveTo>
                  <a:pt x="0" y="0"/>
                </a:moveTo>
                <a:lnTo>
                  <a:pt x="3323864" y="0"/>
                </a:lnTo>
                <a:lnTo>
                  <a:pt x="3323864" y="2715553"/>
                </a:lnTo>
                <a:lnTo>
                  <a:pt x="0" y="2715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79630" y="2080172"/>
            <a:ext cx="3421420" cy="2916147"/>
          </a:xfrm>
          <a:custGeom>
            <a:avLst/>
            <a:gdLst/>
            <a:ahLst/>
            <a:cxnLst/>
            <a:rect l="l" t="t" r="r" b="b"/>
            <a:pathLst>
              <a:path w="3421420" h="2916147">
                <a:moveTo>
                  <a:pt x="0" y="0"/>
                </a:moveTo>
                <a:lnTo>
                  <a:pt x="3421420" y="0"/>
                </a:lnTo>
                <a:lnTo>
                  <a:pt x="3421420" y="2916147"/>
                </a:lnTo>
                <a:lnTo>
                  <a:pt x="0" y="291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3851174" y="2080172"/>
            <a:ext cx="3618912" cy="2916147"/>
          </a:xfrm>
          <a:custGeom>
            <a:avLst/>
            <a:gdLst/>
            <a:ahLst/>
            <a:cxnLst/>
            <a:rect l="l" t="t" r="r" b="b"/>
            <a:pathLst>
              <a:path w="3618912" h="2916147">
                <a:moveTo>
                  <a:pt x="0" y="0"/>
                </a:moveTo>
                <a:lnTo>
                  <a:pt x="3618912" y="0"/>
                </a:lnTo>
                <a:lnTo>
                  <a:pt x="3618912" y="2916147"/>
                </a:lnTo>
                <a:lnTo>
                  <a:pt x="0" y="2916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>
          <a:xfrm>
            <a:off x="7601091" y="91220"/>
            <a:ext cx="6085176" cy="2243474"/>
          </a:xfrm>
          <a:custGeom>
            <a:avLst/>
            <a:gdLst/>
            <a:ahLst/>
            <a:cxnLst/>
            <a:rect l="l" t="t" r="r" b="b"/>
            <a:pathLst>
              <a:path w="6085176" h="2243474">
                <a:moveTo>
                  <a:pt x="0" y="0"/>
                </a:moveTo>
                <a:lnTo>
                  <a:pt x="6085176" y="0"/>
                </a:lnTo>
                <a:lnTo>
                  <a:pt x="6085176" y="2243474"/>
                </a:lnTo>
                <a:lnTo>
                  <a:pt x="0" y="22434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2" name="Freeform 12"/>
          <p:cNvSpPr/>
          <p:nvPr/>
        </p:nvSpPr>
        <p:spPr>
          <a:xfrm>
            <a:off x="8155192" y="2640977"/>
            <a:ext cx="5220422" cy="2355342"/>
          </a:xfrm>
          <a:custGeom>
            <a:avLst/>
            <a:gdLst/>
            <a:ahLst/>
            <a:cxnLst/>
            <a:rect l="l" t="t" r="r" b="b"/>
            <a:pathLst>
              <a:path w="5220422" h="2355342">
                <a:moveTo>
                  <a:pt x="0" y="0"/>
                </a:moveTo>
                <a:lnTo>
                  <a:pt x="5220423" y="0"/>
                </a:lnTo>
                <a:lnTo>
                  <a:pt x="5220423" y="2355342"/>
                </a:lnTo>
                <a:lnTo>
                  <a:pt x="0" y="23553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3" name="TextBox 13"/>
          <p:cNvSpPr txBox="1"/>
          <p:nvPr/>
        </p:nvSpPr>
        <p:spPr>
          <a:xfrm>
            <a:off x="183242" y="578071"/>
            <a:ext cx="5686322" cy="88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19"/>
              </a:lnSpc>
              <a:spcBef>
                <a:spcPct val="0"/>
              </a:spcBef>
            </a:pPr>
            <a:r>
              <a:rPr lang="en-US" sz="5159" spc="4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LEVELLER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67" r="-33567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-3028535" y="634745"/>
            <a:ext cx="10341747" cy="1731151"/>
            <a:chOff x="0" y="0"/>
            <a:chExt cx="1307483" cy="218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7483" cy="218865"/>
            </a:xfrm>
            <a:custGeom>
              <a:avLst/>
              <a:gdLst/>
              <a:ahLst/>
              <a:cxnLst/>
              <a:rect l="l" t="t" r="r" b="b"/>
              <a:pathLst>
                <a:path w="1307483" h="218865">
                  <a:moveTo>
                    <a:pt x="11042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307483" y="218865"/>
                  </a:lnTo>
                  <a:lnTo>
                    <a:pt x="1104283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104283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630" y="6371708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3634236" y="2481666"/>
            <a:ext cx="2363473" cy="2113559"/>
          </a:xfrm>
          <a:custGeom>
            <a:avLst/>
            <a:gdLst/>
            <a:ahLst/>
            <a:cxnLst/>
            <a:rect l="l" t="t" r="r" b="b"/>
            <a:pathLst>
              <a:path w="2363473" h="2113559">
                <a:moveTo>
                  <a:pt x="0" y="0"/>
                </a:moveTo>
                <a:lnTo>
                  <a:pt x="2363473" y="0"/>
                </a:lnTo>
                <a:lnTo>
                  <a:pt x="2363473" y="2113559"/>
                </a:lnTo>
                <a:lnTo>
                  <a:pt x="0" y="2113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6444956" y="2481666"/>
            <a:ext cx="4108783" cy="2123126"/>
          </a:xfrm>
          <a:custGeom>
            <a:avLst/>
            <a:gdLst/>
            <a:ahLst/>
            <a:cxnLst/>
            <a:rect l="l" t="t" r="r" b="b"/>
            <a:pathLst>
              <a:path w="4108783" h="2123126">
                <a:moveTo>
                  <a:pt x="0" y="0"/>
                </a:moveTo>
                <a:lnTo>
                  <a:pt x="4108784" y="0"/>
                </a:lnTo>
                <a:lnTo>
                  <a:pt x="4108784" y="2123126"/>
                </a:lnTo>
                <a:lnTo>
                  <a:pt x="0" y="2123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4973556" y="4806768"/>
            <a:ext cx="3394324" cy="1960280"/>
          </a:xfrm>
          <a:custGeom>
            <a:avLst/>
            <a:gdLst/>
            <a:ahLst/>
            <a:cxnLst/>
            <a:rect l="l" t="t" r="r" b="b"/>
            <a:pathLst>
              <a:path w="3394324" h="1960280">
                <a:moveTo>
                  <a:pt x="0" y="0"/>
                </a:moveTo>
                <a:lnTo>
                  <a:pt x="3394324" y="0"/>
                </a:lnTo>
                <a:lnTo>
                  <a:pt x="3394324" y="1960281"/>
                </a:lnTo>
                <a:lnTo>
                  <a:pt x="0" y="19602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738" r="-11476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11000987" y="2481666"/>
            <a:ext cx="2267793" cy="2151496"/>
          </a:xfrm>
          <a:custGeom>
            <a:avLst/>
            <a:gdLst/>
            <a:ahLst/>
            <a:cxnLst/>
            <a:rect l="l" t="t" r="r" b="b"/>
            <a:pathLst>
              <a:path w="2267793" h="2151496">
                <a:moveTo>
                  <a:pt x="0" y="0"/>
                </a:moveTo>
                <a:lnTo>
                  <a:pt x="2267792" y="0"/>
                </a:lnTo>
                <a:lnTo>
                  <a:pt x="2267792" y="2151496"/>
                </a:lnTo>
                <a:lnTo>
                  <a:pt x="0" y="21514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>
          <a:xfrm>
            <a:off x="229425" y="2481666"/>
            <a:ext cx="2911428" cy="2113559"/>
          </a:xfrm>
          <a:custGeom>
            <a:avLst/>
            <a:gdLst/>
            <a:ahLst/>
            <a:cxnLst/>
            <a:rect l="l" t="t" r="r" b="b"/>
            <a:pathLst>
              <a:path w="2911428" h="2113559">
                <a:moveTo>
                  <a:pt x="0" y="0"/>
                </a:moveTo>
                <a:lnTo>
                  <a:pt x="2911428" y="0"/>
                </a:lnTo>
                <a:lnTo>
                  <a:pt x="2911428" y="2113559"/>
                </a:lnTo>
                <a:lnTo>
                  <a:pt x="0" y="2113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418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2" name="Freeform 12"/>
          <p:cNvSpPr/>
          <p:nvPr/>
        </p:nvSpPr>
        <p:spPr>
          <a:xfrm>
            <a:off x="8367880" y="196066"/>
            <a:ext cx="5072150" cy="2169830"/>
          </a:xfrm>
          <a:custGeom>
            <a:avLst/>
            <a:gdLst/>
            <a:ahLst/>
            <a:cxnLst/>
            <a:rect l="l" t="t" r="r" b="b"/>
            <a:pathLst>
              <a:path w="5072150" h="2169830">
                <a:moveTo>
                  <a:pt x="0" y="0"/>
                </a:moveTo>
                <a:lnTo>
                  <a:pt x="5072150" y="0"/>
                </a:lnTo>
                <a:lnTo>
                  <a:pt x="5072150" y="2169830"/>
                </a:lnTo>
                <a:lnTo>
                  <a:pt x="0" y="2169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3" name="Freeform 13"/>
          <p:cNvSpPr/>
          <p:nvPr/>
        </p:nvSpPr>
        <p:spPr>
          <a:xfrm>
            <a:off x="704184" y="4806768"/>
            <a:ext cx="3550660" cy="1914110"/>
          </a:xfrm>
          <a:custGeom>
            <a:avLst/>
            <a:gdLst/>
            <a:ahLst/>
            <a:cxnLst/>
            <a:rect l="l" t="t" r="r" b="b"/>
            <a:pathLst>
              <a:path w="3550660" h="1914110">
                <a:moveTo>
                  <a:pt x="0" y="0"/>
                </a:moveTo>
                <a:lnTo>
                  <a:pt x="3550660" y="0"/>
                </a:lnTo>
                <a:lnTo>
                  <a:pt x="3550660" y="1914110"/>
                </a:lnTo>
                <a:lnTo>
                  <a:pt x="0" y="1914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43756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4" name="TextBox 14"/>
          <p:cNvSpPr txBox="1"/>
          <p:nvPr/>
        </p:nvSpPr>
        <p:spPr>
          <a:xfrm>
            <a:off x="367838" y="1121596"/>
            <a:ext cx="5686322" cy="88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19"/>
              </a:lnSpc>
              <a:spcBef>
                <a:spcPct val="0"/>
              </a:spcBef>
            </a:pPr>
            <a:r>
              <a:rPr lang="en-US" sz="5159" spc="4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DÜŞMANLAR</a:t>
            </a:r>
          </a:p>
        </p:txBody>
      </p:sp>
      <p:sp>
        <p:nvSpPr>
          <p:cNvPr id="15" name="Freeform 15"/>
          <p:cNvSpPr/>
          <p:nvPr/>
        </p:nvSpPr>
        <p:spPr>
          <a:xfrm>
            <a:off x="9270987" y="4783683"/>
            <a:ext cx="3608304" cy="1960280"/>
          </a:xfrm>
          <a:custGeom>
            <a:avLst/>
            <a:gdLst/>
            <a:ahLst/>
            <a:cxnLst/>
            <a:rect l="l" t="t" r="r" b="b"/>
            <a:pathLst>
              <a:path w="3608304" h="1960280">
                <a:moveTo>
                  <a:pt x="0" y="0"/>
                </a:moveTo>
                <a:lnTo>
                  <a:pt x="3608304" y="0"/>
                </a:lnTo>
                <a:lnTo>
                  <a:pt x="3608304" y="1960280"/>
                </a:lnTo>
                <a:lnTo>
                  <a:pt x="0" y="1960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87" r="-33187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-3028535" y="634745"/>
            <a:ext cx="10341747" cy="1731151"/>
            <a:chOff x="0" y="0"/>
            <a:chExt cx="1307483" cy="218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7483" cy="218865"/>
            </a:xfrm>
            <a:custGeom>
              <a:avLst/>
              <a:gdLst/>
              <a:ahLst/>
              <a:cxnLst/>
              <a:rect l="l" t="t" r="r" b="b"/>
              <a:pathLst>
                <a:path w="1307483" h="218865">
                  <a:moveTo>
                    <a:pt x="1104283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307483" y="218865"/>
                  </a:lnTo>
                  <a:lnTo>
                    <a:pt x="1104283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104283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630" y="6371708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258232" y="2633348"/>
            <a:ext cx="2329146" cy="2137638"/>
          </a:xfrm>
          <a:custGeom>
            <a:avLst/>
            <a:gdLst/>
            <a:ahLst/>
            <a:cxnLst/>
            <a:rect l="l" t="t" r="r" b="b"/>
            <a:pathLst>
              <a:path w="2329146" h="2137638">
                <a:moveTo>
                  <a:pt x="0" y="0"/>
                </a:moveTo>
                <a:lnTo>
                  <a:pt x="2329146" y="0"/>
                </a:lnTo>
                <a:lnTo>
                  <a:pt x="2329146" y="2137638"/>
                </a:lnTo>
                <a:lnTo>
                  <a:pt x="0" y="2137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2808678" y="2616749"/>
            <a:ext cx="2701783" cy="2170836"/>
          </a:xfrm>
          <a:custGeom>
            <a:avLst/>
            <a:gdLst/>
            <a:ahLst/>
            <a:cxnLst/>
            <a:rect l="l" t="t" r="r" b="b"/>
            <a:pathLst>
              <a:path w="2701783" h="2170836">
                <a:moveTo>
                  <a:pt x="0" y="0"/>
                </a:moveTo>
                <a:lnTo>
                  <a:pt x="2701783" y="0"/>
                </a:lnTo>
                <a:lnTo>
                  <a:pt x="2701783" y="2170837"/>
                </a:lnTo>
                <a:lnTo>
                  <a:pt x="0" y="2170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99019" b="-292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5729536" y="2606381"/>
            <a:ext cx="3592589" cy="2191573"/>
          </a:xfrm>
          <a:custGeom>
            <a:avLst/>
            <a:gdLst/>
            <a:ahLst/>
            <a:cxnLst/>
            <a:rect l="l" t="t" r="r" b="b"/>
            <a:pathLst>
              <a:path w="3592589" h="2191573">
                <a:moveTo>
                  <a:pt x="0" y="0"/>
                </a:moveTo>
                <a:lnTo>
                  <a:pt x="3592589" y="0"/>
                </a:lnTo>
                <a:lnTo>
                  <a:pt x="3592589" y="2191573"/>
                </a:lnTo>
                <a:lnTo>
                  <a:pt x="0" y="21915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507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9819741" y="2633348"/>
            <a:ext cx="3745225" cy="2170836"/>
          </a:xfrm>
          <a:custGeom>
            <a:avLst/>
            <a:gdLst/>
            <a:ahLst/>
            <a:cxnLst/>
            <a:rect l="l" t="t" r="r" b="b"/>
            <a:pathLst>
              <a:path w="3745225" h="2170836">
                <a:moveTo>
                  <a:pt x="0" y="0"/>
                </a:moveTo>
                <a:lnTo>
                  <a:pt x="3745225" y="0"/>
                </a:lnTo>
                <a:lnTo>
                  <a:pt x="3745225" y="2170837"/>
                </a:lnTo>
                <a:lnTo>
                  <a:pt x="0" y="21708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00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>
          <a:xfrm>
            <a:off x="258232" y="5035236"/>
            <a:ext cx="2952767" cy="1712931"/>
          </a:xfrm>
          <a:custGeom>
            <a:avLst/>
            <a:gdLst/>
            <a:ahLst/>
            <a:cxnLst/>
            <a:rect l="l" t="t" r="r" b="b"/>
            <a:pathLst>
              <a:path w="2952767" h="1712931">
                <a:moveTo>
                  <a:pt x="0" y="0"/>
                </a:moveTo>
                <a:lnTo>
                  <a:pt x="2952767" y="0"/>
                </a:lnTo>
                <a:lnTo>
                  <a:pt x="2952767" y="1712931"/>
                </a:lnTo>
                <a:lnTo>
                  <a:pt x="0" y="17129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2" name="Freeform 12"/>
          <p:cNvSpPr/>
          <p:nvPr/>
        </p:nvSpPr>
        <p:spPr>
          <a:xfrm>
            <a:off x="10768659" y="5395905"/>
            <a:ext cx="3054184" cy="1736415"/>
          </a:xfrm>
          <a:custGeom>
            <a:avLst/>
            <a:gdLst/>
            <a:ahLst/>
            <a:cxnLst/>
            <a:rect l="l" t="t" r="r" b="b"/>
            <a:pathLst>
              <a:path w="3054184" h="1736415">
                <a:moveTo>
                  <a:pt x="0" y="0"/>
                </a:moveTo>
                <a:lnTo>
                  <a:pt x="3054185" y="0"/>
                </a:lnTo>
                <a:lnTo>
                  <a:pt x="3054185" y="1736415"/>
                </a:lnTo>
                <a:lnTo>
                  <a:pt x="0" y="17364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830" r="-49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3" name="Freeform 13"/>
          <p:cNvSpPr/>
          <p:nvPr/>
        </p:nvSpPr>
        <p:spPr>
          <a:xfrm>
            <a:off x="3729159" y="5107323"/>
            <a:ext cx="2623021" cy="2077535"/>
          </a:xfrm>
          <a:custGeom>
            <a:avLst/>
            <a:gdLst/>
            <a:ahLst/>
            <a:cxnLst/>
            <a:rect l="l" t="t" r="r" b="b"/>
            <a:pathLst>
              <a:path w="2623021" h="2077535">
                <a:moveTo>
                  <a:pt x="0" y="0"/>
                </a:moveTo>
                <a:lnTo>
                  <a:pt x="2623021" y="0"/>
                </a:lnTo>
                <a:lnTo>
                  <a:pt x="2623021" y="2077535"/>
                </a:lnTo>
                <a:lnTo>
                  <a:pt x="0" y="20775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573" t="-111869" r="-134280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4" name="Freeform 14"/>
          <p:cNvSpPr/>
          <p:nvPr/>
        </p:nvSpPr>
        <p:spPr>
          <a:xfrm>
            <a:off x="7829284" y="136156"/>
            <a:ext cx="5265130" cy="2349146"/>
          </a:xfrm>
          <a:custGeom>
            <a:avLst/>
            <a:gdLst/>
            <a:ahLst/>
            <a:cxnLst/>
            <a:rect l="l" t="t" r="r" b="b"/>
            <a:pathLst>
              <a:path w="5265130" h="2349146">
                <a:moveTo>
                  <a:pt x="0" y="0"/>
                </a:moveTo>
                <a:lnTo>
                  <a:pt x="5265130" y="0"/>
                </a:lnTo>
                <a:lnTo>
                  <a:pt x="5265130" y="2349146"/>
                </a:lnTo>
                <a:lnTo>
                  <a:pt x="0" y="23491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567" b="-156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5" name="Freeform 15"/>
          <p:cNvSpPr/>
          <p:nvPr/>
        </p:nvSpPr>
        <p:spPr>
          <a:xfrm>
            <a:off x="7010400" y="5107323"/>
            <a:ext cx="3539184" cy="2203441"/>
          </a:xfrm>
          <a:custGeom>
            <a:avLst/>
            <a:gdLst/>
            <a:ahLst/>
            <a:cxnLst/>
            <a:rect l="l" t="t" r="r" b="b"/>
            <a:pathLst>
              <a:path w="3539184" h="2203441">
                <a:moveTo>
                  <a:pt x="0" y="0"/>
                </a:moveTo>
                <a:lnTo>
                  <a:pt x="3539184" y="0"/>
                </a:lnTo>
                <a:lnTo>
                  <a:pt x="3539184" y="2203441"/>
                </a:lnTo>
                <a:lnTo>
                  <a:pt x="0" y="22034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4840" r="-1876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6" name="TextBox 16"/>
          <p:cNvSpPr txBox="1"/>
          <p:nvPr/>
        </p:nvSpPr>
        <p:spPr>
          <a:xfrm>
            <a:off x="367838" y="1121596"/>
            <a:ext cx="5686322" cy="88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19"/>
              </a:lnSpc>
              <a:spcBef>
                <a:spcPct val="0"/>
              </a:spcBef>
            </a:pPr>
            <a:r>
              <a:rPr lang="en-US" sz="5159" spc="4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DÜŞMANLAR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67" r="-33567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-3843941" y="807720"/>
            <a:ext cx="14838534" cy="1731151"/>
            <a:chOff x="0" y="0"/>
            <a:chExt cx="1876002" cy="218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2926" y="2433267"/>
            <a:ext cx="4361646" cy="211207"/>
            <a:chOff x="0" y="0"/>
            <a:chExt cx="4519796" cy="2188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548542" y="756602"/>
            <a:ext cx="990632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grpSp>
        <p:nvGrpSpPr>
          <p:cNvPr id="10" name="Group 10"/>
          <p:cNvGrpSpPr/>
          <p:nvPr/>
        </p:nvGrpSpPr>
        <p:grpSpPr>
          <a:xfrm>
            <a:off x="606900" y="3186571"/>
            <a:ext cx="2366010" cy="3592390"/>
            <a:chOff x="0" y="0"/>
            <a:chExt cx="812800" cy="12341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234101"/>
            </a:xfrm>
            <a:custGeom>
              <a:avLst/>
              <a:gdLst/>
              <a:ahLst/>
              <a:cxnLst/>
              <a:rect l="l" t="t" r="r" b="b"/>
              <a:pathLst>
                <a:path w="812800" h="1234101">
                  <a:moveTo>
                    <a:pt x="49082" y="0"/>
                  </a:moveTo>
                  <a:lnTo>
                    <a:pt x="763718" y="0"/>
                  </a:lnTo>
                  <a:cubicBezTo>
                    <a:pt x="790825" y="0"/>
                    <a:pt x="812800" y="21975"/>
                    <a:pt x="812800" y="49082"/>
                  </a:cubicBezTo>
                  <a:lnTo>
                    <a:pt x="812800" y="1185018"/>
                  </a:lnTo>
                  <a:cubicBezTo>
                    <a:pt x="812800" y="1198036"/>
                    <a:pt x="807629" y="1210520"/>
                    <a:pt x="798424" y="1219725"/>
                  </a:cubicBezTo>
                  <a:cubicBezTo>
                    <a:pt x="789220" y="1228929"/>
                    <a:pt x="776735" y="1234101"/>
                    <a:pt x="763718" y="1234101"/>
                  </a:cubicBezTo>
                  <a:lnTo>
                    <a:pt x="49082" y="1234101"/>
                  </a:lnTo>
                  <a:cubicBezTo>
                    <a:pt x="21975" y="1234101"/>
                    <a:pt x="0" y="1212126"/>
                    <a:pt x="0" y="1185018"/>
                  </a:cubicBezTo>
                  <a:lnTo>
                    <a:pt x="0" y="49082"/>
                  </a:lnTo>
                  <a:cubicBezTo>
                    <a:pt x="0" y="21975"/>
                    <a:pt x="21975" y="0"/>
                    <a:pt x="490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12800" cy="1253151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670" y="4587004"/>
            <a:ext cx="2366010" cy="394409"/>
            <a:chOff x="0" y="0"/>
            <a:chExt cx="812800" cy="1354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35492"/>
            </a:xfrm>
            <a:custGeom>
              <a:avLst/>
              <a:gdLst/>
              <a:ahLst/>
              <a:cxnLst/>
              <a:rect l="l" t="t" r="r" b="b"/>
              <a:pathLst>
                <a:path w="812800" h="135492">
                  <a:moveTo>
                    <a:pt x="0" y="0"/>
                  </a:moveTo>
                  <a:lnTo>
                    <a:pt x="812800" y="0"/>
                  </a:lnTo>
                  <a:lnTo>
                    <a:pt x="812800" y="135492"/>
                  </a:lnTo>
                  <a:lnTo>
                    <a:pt x="0" y="135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812800" cy="145017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r>
                <a:rPr lang="en-US" sz="168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Doğru Çalışma Oranı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94171" y="3186571"/>
            <a:ext cx="2366010" cy="3592390"/>
            <a:chOff x="0" y="0"/>
            <a:chExt cx="812800" cy="123410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234101"/>
            </a:xfrm>
            <a:custGeom>
              <a:avLst/>
              <a:gdLst/>
              <a:ahLst/>
              <a:cxnLst/>
              <a:rect l="l" t="t" r="r" b="b"/>
              <a:pathLst>
                <a:path w="812800" h="1234101">
                  <a:moveTo>
                    <a:pt x="49082" y="0"/>
                  </a:moveTo>
                  <a:lnTo>
                    <a:pt x="763718" y="0"/>
                  </a:lnTo>
                  <a:cubicBezTo>
                    <a:pt x="790825" y="0"/>
                    <a:pt x="812800" y="21975"/>
                    <a:pt x="812800" y="49082"/>
                  </a:cubicBezTo>
                  <a:lnTo>
                    <a:pt x="812800" y="1185018"/>
                  </a:lnTo>
                  <a:cubicBezTo>
                    <a:pt x="812800" y="1198036"/>
                    <a:pt x="807629" y="1210520"/>
                    <a:pt x="798424" y="1219725"/>
                  </a:cubicBezTo>
                  <a:cubicBezTo>
                    <a:pt x="789220" y="1228929"/>
                    <a:pt x="776735" y="1234101"/>
                    <a:pt x="763718" y="1234101"/>
                  </a:cubicBezTo>
                  <a:lnTo>
                    <a:pt x="49082" y="1234101"/>
                  </a:lnTo>
                  <a:cubicBezTo>
                    <a:pt x="21975" y="1234101"/>
                    <a:pt x="0" y="1212126"/>
                    <a:pt x="0" y="1185018"/>
                  </a:cubicBezTo>
                  <a:lnTo>
                    <a:pt x="0" y="49082"/>
                  </a:lnTo>
                  <a:cubicBezTo>
                    <a:pt x="0" y="21975"/>
                    <a:pt x="21975" y="0"/>
                    <a:pt x="490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812800" cy="1253151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94171" y="4587004"/>
            <a:ext cx="2366010" cy="394409"/>
            <a:chOff x="0" y="0"/>
            <a:chExt cx="812800" cy="1354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135492"/>
            </a:xfrm>
            <a:custGeom>
              <a:avLst/>
              <a:gdLst/>
              <a:ahLst/>
              <a:cxnLst/>
              <a:rect l="l" t="t" r="r" b="b"/>
              <a:pathLst>
                <a:path w="812800" h="135492">
                  <a:moveTo>
                    <a:pt x="0" y="0"/>
                  </a:moveTo>
                  <a:lnTo>
                    <a:pt x="812800" y="0"/>
                  </a:lnTo>
                  <a:lnTo>
                    <a:pt x="812800" y="135492"/>
                  </a:lnTo>
                  <a:lnTo>
                    <a:pt x="0" y="135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812800" cy="145017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r>
                <a:rPr lang="en-US" sz="168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Kullanıcı Puanı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64380" y="3186571"/>
            <a:ext cx="3358015" cy="3592390"/>
            <a:chOff x="0" y="0"/>
            <a:chExt cx="1153585" cy="123410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53585" cy="1234101"/>
            </a:xfrm>
            <a:custGeom>
              <a:avLst/>
              <a:gdLst/>
              <a:ahLst/>
              <a:cxnLst/>
              <a:rect l="l" t="t" r="r" b="b"/>
              <a:pathLst>
                <a:path w="1153585" h="1234101">
                  <a:moveTo>
                    <a:pt x="34583" y="0"/>
                  </a:moveTo>
                  <a:lnTo>
                    <a:pt x="1119003" y="0"/>
                  </a:lnTo>
                  <a:cubicBezTo>
                    <a:pt x="1138102" y="0"/>
                    <a:pt x="1153585" y="15483"/>
                    <a:pt x="1153585" y="34583"/>
                  </a:cubicBezTo>
                  <a:lnTo>
                    <a:pt x="1153585" y="1199518"/>
                  </a:lnTo>
                  <a:cubicBezTo>
                    <a:pt x="1153585" y="1218617"/>
                    <a:pt x="1138102" y="1234101"/>
                    <a:pt x="1119003" y="1234101"/>
                  </a:cubicBezTo>
                  <a:lnTo>
                    <a:pt x="34583" y="1234101"/>
                  </a:lnTo>
                  <a:cubicBezTo>
                    <a:pt x="15483" y="1234101"/>
                    <a:pt x="0" y="1218617"/>
                    <a:pt x="0" y="1199518"/>
                  </a:cubicBezTo>
                  <a:lnTo>
                    <a:pt x="0" y="34583"/>
                  </a:lnTo>
                  <a:cubicBezTo>
                    <a:pt x="0" y="15483"/>
                    <a:pt x="15483" y="0"/>
                    <a:pt x="345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153585" cy="1253151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228971" y="4528861"/>
            <a:ext cx="2366010" cy="394409"/>
            <a:chOff x="0" y="0"/>
            <a:chExt cx="812800" cy="1354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135492"/>
            </a:xfrm>
            <a:custGeom>
              <a:avLst/>
              <a:gdLst/>
              <a:ahLst/>
              <a:cxnLst/>
              <a:rect l="l" t="t" r="r" b="b"/>
              <a:pathLst>
                <a:path w="812800" h="135492">
                  <a:moveTo>
                    <a:pt x="0" y="0"/>
                  </a:moveTo>
                  <a:lnTo>
                    <a:pt x="812800" y="0"/>
                  </a:lnTo>
                  <a:lnTo>
                    <a:pt x="812800" y="135492"/>
                  </a:lnTo>
                  <a:lnTo>
                    <a:pt x="0" y="135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812800" cy="145017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r>
                <a:rPr lang="en-US" sz="168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Kullanıcı Yorumu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566531" y="3186571"/>
            <a:ext cx="3189743" cy="3629992"/>
            <a:chOff x="0" y="0"/>
            <a:chExt cx="1095779" cy="12470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5779" cy="1247018"/>
            </a:xfrm>
            <a:custGeom>
              <a:avLst/>
              <a:gdLst/>
              <a:ahLst/>
              <a:cxnLst/>
              <a:rect l="l" t="t" r="r" b="b"/>
              <a:pathLst>
                <a:path w="1095779" h="1247018">
                  <a:moveTo>
                    <a:pt x="36407" y="0"/>
                  </a:moveTo>
                  <a:lnTo>
                    <a:pt x="1059372" y="0"/>
                  </a:lnTo>
                  <a:cubicBezTo>
                    <a:pt x="1069027" y="0"/>
                    <a:pt x="1078288" y="3836"/>
                    <a:pt x="1085115" y="10663"/>
                  </a:cubicBezTo>
                  <a:cubicBezTo>
                    <a:pt x="1091943" y="17491"/>
                    <a:pt x="1095779" y="26751"/>
                    <a:pt x="1095779" y="36407"/>
                  </a:cubicBezTo>
                  <a:lnTo>
                    <a:pt x="1095779" y="1210611"/>
                  </a:lnTo>
                  <a:cubicBezTo>
                    <a:pt x="1095779" y="1230718"/>
                    <a:pt x="1079479" y="1247018"/>
                    <a:pt x="1059372" y="1247018"/>
                  </a:cubicBezTo>
                  <a:lnTo>
                    <a:pt x="36407" y="1247018"/>
                  </a:lnTo>
                  <a:cubicBezTo>
                    <a:pt x="16300" y="1247018"/>
                    <a:pt x="0" y="1230718"/>
                    <a:pt x="0" y="1210611"/>
                  </a:cubicBezTo>
                  <a:lnTo>
                    <a:pt x="0" y="36407"/>
                  </a:lnTo>
                  <a:cubicBezTo>
                    <a:pt x="0" y="16300"/>
                    <a:pt x="16300" y="0"/>
                    <a:pt x="364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095779" cy="1266068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044971" y="4528861"/>
            <a:ext cx="2366010" cy="394409"/>
            <a:chOff x="0" y="0"/>
            <a:chExt cx="812800" cy="1354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135492"/>
            </a:xfrm>
            <a:custGeom>
              <a:avLst/>
              <a:gdLst/>
              <a:ahLst/>
              <a:cxnLst/>
              <a:rect l="l" t="t" r="r" b="b"/>
              <a:pathLst>
                <a:path w="812800" h="135492">
                  <a:moveTo>
                    <a:pt x="0" y="0"/>
                  </a:moveTo>
                  <a:lnTo>
                    <a:pt x="812800" y="0"/>
                  </a:lnTo>
                  <a:lnTo>
                    <a:pt x="812800" y="135492"/>
                  </a:lnTo>
                  <a:lnTo>
                    <a:pt x="0" y="135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812800" cy="145017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r>
                <a:rPr lang="en-US" sz="1686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Kullanıcı Yorumu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4785157" y="3492053"/>
            <a:ext cx="605340" cy="748174"/>
          </a:xfrm>
          <a:custGeom>
            <a:avLst/>
            <a:gdLst/>
            <a:ahLst/>
            <a:cxnLst/>
            <a:rect l="l" t="t" r="r" b="b"/>
            <a:pathLst>
              <a:path w="605340" h="748174">
                <a:moveTo>
                  <a:pt x="0" y="0"/>
                </a:moveTo>
                <a:lnTo>
                  <a:pt x="605340" y="0"/>
                </a:lnTo>
                <a:lnTo>
                  <a:pt x="605340" y="748174"/>
                </a:lnTo>
                <a:lnTo>
                  <a:pt x="0" y="748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5" name="Freeform 35"/>
          <p:cNvSpPr/>
          <p:nvPr/>
        </p:nvSpPr>
        <p:spPr>
          <a:xfrm>
            <a:off x="7784741" y="3555176"/>
            <a:ext cx="1071297" cy="804447"/>
          </a:xfrm>
          <a:custGeom>
            <a:avLst/>
            <a:gdLst/>
            <a:ahLst/>
            <a:cxnLst/>
            <a:rect l="l" t="t" r="r" b="b"/>
            <a:pathLst>
              <a:path w="1071297" h="804447">
                <a:moveTo>
                  <a:pt x="0" y="0"/>
                </a:moveTo>
                <a:lnTo>
                  <a:pt x="1071297" y="0"/>
                </a:lnTo>
                <a:lnTo>
                  <a:pt x="1071297" y="804446"/>
                </a:lnTo>
                <a:lnTo>
                  <a:pt x="0" y="8044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6" name="Freeform 36"/>
          <p:cNvSpPr/>
          <p:nvPr/>
        </p:nvSpPr>
        <p:spPr>
          <a:xfrm>
            <a:off x="1414112" y="3555176"/>
            <a:ext cx="739126" cy="750035"/>
          </a:xfrm>
          <a:custGeom>
            <a:avLst/>
            <a:gdLst/>
            <a:ahLst/>
            <a:cxnLst/>
            <a:rect l="l" t="t" r="r" b="b"/>
            <a:pathLst>
              <a:path w="739126" h="750035">
                <a:moveTo>
                  <a:pt x="0" y="0"/>
                </a:moveTo>
                <a:lnTo>
                  <a:pt x="739126" y="0"/>
                </a:lnTo>
                <a:lnTo>
                  <a:pt x="739126" y="750035"/>
                </a:lnTo>
                <a:lnTo>
                  <a:pt x="0" y="750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7" name="Freeform 37"/>
          <p:cNvSpPr/>
          <p:nvPr/>
        </p:nvSpPr>
        <p:spPr>
          <a:xfrm>
            <a:off x="79630" y="6371708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8" name="TextBox 38"/>
          <p:cNvSpPr txBox="1"/>
          <p:nvPr/>
        </p:nvSpPr>
        <p:spPr>
          <a:xfrm>
            <a:off x="1275590" y="1338838"/>
            <a:ext cx="7136386" cy="62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20"/>
              </a:lnSpc>
              <a:spcBef>
                <a:spcPct val="0"/>
              </a:spcBef>
            </a:pPr>
            <a:r>
              <a:rPr lang="en-US" sz="3638" spc="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GERİ BİLDİRİMLER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566531" y="5058931"/>
            <a:ext cx="3189743" cy="1606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26"/>
              </a:lnSpc>
              <a:spcBef>
                <a:spcPct val="0"/>
              </a:spcBef>
            </a:pPr>
            <a:r>
              <a:rPr lang="en-US" sz="1178" spc="1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Oyun fena değil, oynanış zevkli! Ama bazen kontroller takılıyor gibi hissettim, özellikle zıplarken. Hikaye güzel başlıyor ama sonlara doğru biraz sıradanlaştı. Yine de 2D oyunları seviyorsanız denemeye değer.</a:t>
            </a:r>
          </a:p>
          <a:p>
            <a:pPr marL="0" lvl="0" indent="0" algn="ctr">
              <a:lnSpc>
                <a:spcPts val="1626"/>
              </a:lnSpc>
              <a:spcBef>
                <a:spcPct val="0"/>
              </a:spcBef>
            </a:pPr>
            <a:endParaRPr lang="en-US" sz="1178" spc="11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06900" y="5487975"/>
            <a:ext cx="2366010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%80.15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894171" y="5419562"/>
            <a:ext cx="2248949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⭐⭐⭐⭐ 4/5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64380" y="5076508"/>
            <a:ext cx="3233442" cy="158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2"/>
              </a:lnSpc>
            </a:pPr>
            <a:r>
              <a:rPr lang="en-US" sz="1334" spc="1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Samurai karakteri çok havalı! Seviye tasarımları ve müzikler süper, kendimi 90’lar oyunundaymış gibi hissettim. Tek sorun, bazen kontroller biraz hassas geldi, ama alıştım.</a:t>
            </a:r>
          </a:p>
          <a:p>
            <a:pPr marL="0" lvl="0" indent="0" algn="ctr">
              <a:lnSpc>
                <a:spcPts val="1842"/>
              </a:lnSpc>
              <a:spcBef>
                <a:spcPct val="0"/>
              </a:spcBef>
            </a:pPr>
            <a:endParaRPr lang="en-US" sz="1334" spc="13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11746395" y="3560177"/>
            <a:ext cx="1071297" cy="804447"/>
          </a:xfrm>
          <a:custGeom>
            <a:avLst/>
            <a:gdLst/>
            <a:ahLst/>
            <a:cxnLst/>
            <a:rect l="l" t="t" r="r" b="b"/>
            <a:pathLst>
              <a:path w="1071297" h="804447">
                <a:moveTo>
                  <a:pt x="0" y="0"/>
                </a:moveTo>
                <a:lnTo>
                  <a:pt x="1071296" y="0"/>
                </a:lnTo>
                <a:lnTo>
                  <a:pt x="1071296" y="804446"/>
                </a:lnTo>
                <a:lnTo>
                  <a:pt x="0" y="8044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272" b="-2527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-3843941" y="807720"/>
            <a:ext cx="14838534" cy="1731151"/>
            <a:chOff x="0" y="0"/>
            <a:chExt cx="1876002" cy="2188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5768" y="3243115"/>
            <a:ext cx="564382" cy="510527"/>
            <a:chOff x="0" y="0"/>
            <a:chExt cx="193883" cy="1753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3883" cy="175382"/>
            </a:xfrm>
            <a:custGeom>
              <a:avLst/>
              <a:gdLst/>
              <a:ahLst/>
              <a:cxnLst/>
              <a:rect l="l" t="t" r="r" b="b"/>
              <a:pathLst>
                <a:path w="193883" h="175382">
                  <a:moveTo>
                    <a:pt x="82305" y="0"/>
                  </a:moveTo>
                  <a:lnTo>
                    <a:pt x="111578" y="0"/>
                  </a:lnTo>
                  <a:cubicBezTo>
                    <a:pt x="157034" y="0"/>
                    <a:pt x="193883" y="36849"/>
                    <a:pt x="193883" y="82305"/>
                  </a:cubicBezTo>
                  <a:lnTo>
                    <a:pt x="193883" y="93077"/>
                  </a:lnTo>
                  <a:cubicBezTo>
                    <a:pt x="193883" y="138533"/>
                    <a:pt x="157034" y="175382"/>
                    <a:pt x="111578" y="175382"/>
                  </a:cubicBezTo>
                  <a:lnTo>
                    <a:pt x="82305" y="175382"/>
                  </a:lnTo>
                  <a:cubicBezTo>
                    <a:pt x="36849" y="175382"/>
                    <a:pt x="0" y="138533"/>
                    <a:pt x="0" y="93077"/>
                  </a:cubicBezTo>
                  <a:lnTo>
                    <a:pt x="0" y="82305"/>
                  </a:lnTo>
                  <a:cubicBezTo>
                    <a:pt x="0" y="36849"/>
                    <a:pt x="36849" y="0"/>
                    <a:pt x="82305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3883" cy="213482"/>
            </a:xfrm>
            <a:prstGeom prst="rect">
              <a:avLst/>
            </a:prstGeom>
          </p:spPr>
          <p:txBody>
            <a:bodyPr lIns="38947" tIns="38947" rIns="38947" bIns="38947" rtlCol="0" anchor="t"/>
            <a:lstStyle/>
            <a:p>
              <a:pPr marL="0" lvl="0" indent="0" algn="ctr">
                <a:lnSpc>
                  <a:spcPts val="3154"/>
                </a:lnSpc>
                <a:spcBef>
                  <a:spcPct val="0"/>
                </a:spcBef>
              </a:pPr>
              <a:r>
                <a:rPr lang="en-US" sz="2285" b="1" spc="22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08942" y="2821035"/>
            <a:ext cx="2541186" cy="2541186"/>
            <a:chOff x="0" y="0"/>
            <a:chExt cx="4872604" cy="48726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72609" cy="4872609"/>
            </a:xfrm>
            <a:custGeom>
              <a:avLst/>
              <a:gdLst/>
              <a:ahLst/>
              <a:cxnLst/>
              <a:rect l="l" t="t" r="r" b="b"/>
              <a:pathLst>
                <a:path w="4872609" h="4872609">
                  <a:moveTo>
                    <a:pt x="1061593" y="2436241"/>
                  </a:moveTo>
                  <a:cubicBezTo>
                    <a:pt x="1061593" y="1687957"/>
                    <a:pt x="1688084" y="1061466"/>
                    <a:pt x="2436368" y="1061466"/>
                  </a:cubicBezTo>
                  <a:cubicBezTo>
                    <a:pt x="3202051" y="1061466"/>
                    <a:pt x="3811143" y="1687957"/>
                    <a:pt x="3811143" y="2436241"/>
                  </a:cubicBezTo>
                  <a:cubicBezTo>
                    <a:pt x="3811143" y="3201924"/>
                    <a:pt x="3202051" y="3811016"/>
                    <a:pt x="2436368" y="3811016"/>
                  </a:cubicBezTo>
                  <a:cubicBezTo>
                    <a:pt x="2436368" y="4872609"/>
                    <a:pt x="2436368" y="4872609"/>
                    <a:pt x="2436368" y="4872609"/>
                  </a:cubicBezTo>
                  <a:cubicBezTo>
                    <a:pt x="3776345" y="4872609"/>
                    <a:pt x="4872609" y="3776218"/>
                    <a:pt x="4872609" y="2436368"/>
                  </a:cubicBezTo>
                  <a:cubicBezTo>
                    <a:pt x="4872609" y="1096518"/>
                    <a:pt x="3776218" y="0"/>
                    <a:pt x="2436241" y="0"/>
                  </a:cubicBezTo>
                  <a:cubicBezTo>
                    <a:pt x="1096264" y="0"/>
                    <a:pt x="0" y="1096391"/>
                    <a:pt x="0" y="2436241"/>
                  </a:cubicBezTo>
                  <a:lnTo>
                    <a:pt x="1061593" y="2436241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21439" y="2838989"/>
            <a:ext cx="2541186" cy="2550223"/>
            <a:chOff x="0" y="0"/>
            <a:chExt cx="4872604" cy="48899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72609" cy="4889881"/>
            </a:xfrm>
            <a:custGeom>
              <a:avLst/>
              <a:gdLst/>
              <a:ahLst/>
              <a:cxnLst/>
              <a:rect l="l" t="t" r="r" b="b"/>
              <a:pathLst>
                <a:path w="4872609" h="4889881">
                  <a:moveTo>
                    <a:pt x="3811016" y="2453640"/>
                  </a:moveTo>
                  <a:cubicBezTo>
                    <a:pt x="3811016" y="3201924"/>
                    <a:pt x="3201924" y="3828415"/>
                    <a:pt x="2436241" y="3828415"/>
                  </a:cubicBezTo>
                  <a:cubicBezTo>
                    <a:pt x="1687957" y="3828415"/>
                    <a:pt x="1061466" y="3201924"/>
                    <a:pt x="1061466" y="2453640"/>
                  </a:cubicBezTo>
                  <a:cubicBezTo>
                    <a:pt x="1061466" y="1687957"/>
                    <a:pt x="1687957" y="1078865"/>
                    <a:pt x="2436241" y="1078865"/>
                  </a:cubicBezTo>
                  <a:cubicBezTo>
                    <a:pt x="2436241" y="0"/>
                    <a:pt x="2436241" y="0"/>
                    <a:pt x="2436241" y="0"/>
                  </a:cubicBezTo>
                  <a:cubicBezTo>
                    <a:pt x="1096391" y="0"/>
                    <a:pt x="0" y="1096264"/>
                    <a:pt x="0" y="2453640"/>
                  </a:cubicBezTo>
                  <a:cubicBezTo>
                    <a:pt x="0" y="3793617"/>
                    <a:pt x="1096391" y="4889881"/>
                    <a:pt x="2436241" y="4889881"/>
                  </a:cubicBezTo>
                  <a:cubicBezTo>
                    <a:pt x="3776091" y="4889881"/>
                    <a:pt x="4872609" y="3793617"/>
                    <a:pt x="4872609" y="2453640"/>
                  </a:cubicBezTo>
                  <a:lnTo>
                    <a:pt x="3811016" y="2453640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89856" y="4809583"/>
            <a:ext cx="2541186" cy="2541939"/>
            <a:chOff x="0" y="0"/>
            <a:chExt cx="4872604" cy="487404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72482" cy="4874006"/>
            </a:xfrm>
            <a:custGeom>
              <a:avLst/>
              <a:gdLst/>
              <a:ahLst/>
              <a:cxnLst/>
              <a:rect l="l" t="t" r="r" b="b"/>
              <a:pathLst>
                <a:path w="4872482" h="4874006">
                  <a:moveTo>
                    <a:pt x="3811016" y="2437003"/>
                  </a:moveTo>
                  <a:cubicBezTo>
                    <a:pt x="3811016" y="3202940"/>
                    <a:pt x="3201924" y="3812159"/>
                    <a:pt x="2436241" y="3812159"/>
                  </a:cubicBezTo>
                  <a:cubicBezTo>
                    <a:pt x="1687957" y="3812159"/>
                    <a:pt x="1061466" y="3202940"/>
                    <a:pt x="1061466" y="2437003"/>
                  </a:cubicBezTo>
                  <a:cubicBezTo>
                    <a:pt x="1061466" y="1688465"/>
                    <a:pt x="1687957" y="1061847"/>
                    <a:pt x="2436241" y="1061847"/>
                  </a:cubicBezTo>
                  <a:cubicBezTo>
                    <a:pt x="2436241" y="0"/>
                    <a:pt x="2436241" y="0"/>
                    <a:pt x="2436241" y="0"/>
                  </a:cubicBezTo>
                  <a:cubicBezTo>
                    <a:pt x="1096391" y="0"/>
                    <a:pt x="0" y="1096645"/>
                    <a:pt x="0" y="2437003"/>
                  </a:cubicBezTo>
                  <a:cubicBezTo>
                    <a:pt x="0" y="3777361"/>
                    <a:pt x="1096391" y="4874006"/>
                    <a:pt x="2436241" y="4874006"/>
                  </a:cubicBezTo>
                  <a:cubicBezTo>
                    <a:pt x="3776091" y="4874006"/>
                    <a:pt x="4872482" y="3777361"/>
                    <a:pt x="4872482" y="2437003"/>
                  </a:cubicBezTo>
                  <a:lnTo>
                    <a:pt x="3811016" y="2437003"/>
                  </a:lnTo>
                  <a:close/>
                </a:path>
              </a:pathLst>
            </a:custGeom>
            <a:solidFill>
              <a:srgbClr val="000000">
                <a:alpha val="16863"/>
              </a:srgbClr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09208" y="3491082"/>
            <a:ext cx="1165650" cy="11656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95919" y="5505117"/>
            <a:ext cx="1167231" cy="116723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78989" y="3491082"/>
            <a:ext cx="1201092" cy="120109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192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9406302" y="3705710"/>
            <a:ext cx="771461" cy="736395"/>
          </a:xfrm>
          <a:custGeom>
            <a:avLst/>
            <a:gdLst/>
            <a:ahLst/>
            <a:cxnLst/>
            <a:rect l="l" t="t" r="r" b="b"/>
            <a:pathLst>
              <a:path w="771461" h="736395">
                <a:moveTo>
                  <a:pt x="0" y="0"/>
                </a:moveTo>
                <a:lnTo>
                  <a:pt x="771461" y="0"/>
                </a:lnTo>
                <a:lnTo>
                  <a:pt x="771461" y="736394"/>
                </a:lnTo>
                <a:lnTo>
                  <a:pt x="0" y="736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25" name="Freeform 25"/>
          <p:cNvSpPr/>
          <p:nvPr/>
        </p:nvSpPr>
        <p:spPr>
          <a:xfrm>
            <a:off x="11433419" y="3712236"/>
            <a:ext cx="692231" cy="702449"/>
          </a:xfrm>
          <a:custGeom>
            <a:avLst/>
            <a:gdLst/>
            <a:ahLst/>
            <a:cxnLst/>
            <a:rect l="l" t="t" r="r" b="b"/>
            <a:pathLst>
              <a:path w="692231" h="702449">
                <a:moveTo>
                  <a:pt x="0" y="0"/>
                </a:moveTo>
                <a:lnTo>
                  <a:pt x="692231" y="0"/>
                </a:lnTo>
                <a:lnTo>
                  <a:pt x="692231" y="702448"/>
                </a:lnTo>
                <a:lnTo>
                  <a:pt x="0" y="7024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26" name="TextBox 26"/>
          <p:cNvSpPr txBox="1"/>
          <p:nvPr/>
        </p:nvSpPr>
        <p:spPr>
          <a:xfrm>
            <a:off x="1275590" y="1338838"/>
            <a:ext cx="7136386" cy="62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20"/>
              </a:lnSpc>
              <a:spcBef>
                <a:spcPct val="0"/>
              </a:spcBef>
            </a:pPr>
            <a:r>
              <a:rPr lang="en-US" sz="3638" spc="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HEDEFLER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02926" y="2433267"/>
            <a:ext cx="4361646" cy="211207"/>
            <a:chOff x="0" y="0"/>
            <a:chExt cx="4519796" cy="21886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75768" y="4470772"/>
            <a:ext cx="564382" cy="510527"/>
            <a:chOff x="0" y="0"/>
            <a:chExt cx="193883" cy="17538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3883" cy="175382"/>
            </a:xfrm>
            <a:custGeom>
              <a:avLst/>
              <a:gdLst/>
              <a:ahLst/>
              <a:cxnLst/>
              <a:rect l="l" t="t" r="r" b="b"/>
              <a:pathLst>
                <a:path w="193883" h="175382">
                  <a:moveTo>
                    <a:pt x="82305" y="0"/>
                  </a:moveTo>
                  <a:lnTo>
                    <a:pt x="111578" y="0"/>
                  </a:lnTo>
                  <a:cubicBezTo>
                    <a:pt x="157034" y="0"/>
                    <a:pt x="193883" y="36849"/>
                    <a:pt x="193883" y="82305"/>
                  </a:cubicBezTo>
                  <a:lnTo>
                    <a:pt x="193883" y="93077"/>
                  </a:lnTo>
                  <a:cubicBezTo>
                    <a:pt x="193883" y="138533"/>
                    <a:pt x="157034" y="175382"/>
                    <a:pt x="111578" y="175382"/>
                  </a:cubicBezTo>
                  <a:lnTo>
                    <a:pt x="82305" y="175382"/>
                  </a:lnTo>
                  <a:cubicBezTo>
                    <a:pt x="36849" y="175382"/>
                    <a:pt x="0" y="138533"/>
                    <a:pt x="0" y="93077"/>
                  </a:cubicBezTo>
                  <a:lnTo>
                    <a:pt x="0" y="82305"/>
                  </a:lnTo>
                  <a:cubicBezTo>
                    <a:pt x="0" y="36849"/>
                    <a:pt x="36849" y="0"/>
                    <a:pt x="82305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93883" cy="213482"/>
            </a:xfrm>
            <a:prstGeom prst="rect">
              <a:avLst/>
            </a:prstGeom>
          </p:spPr>
          <p:txBody>
            <a:bodyPr lIns="38947" tIns="38947" rIns="38947" bIns="38947" rtlCol="0" anchor="t"/>
            <a:lstStyle/>
            <a:p>
              <a:pPr marL="0" lvl="0" indent="0" algn="ctr">
                <a:lnSpc>
                  <a:spcPts val="3154"/>
                </a:lnSpc>
                <a:spcBef>
                  <a:spcPct val="0"/>
                </a:spcBef>
              </a:pPr>
              <a:r>
                <a:rPr lang="en-US" sz="2285" b="1" spc="22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051912" y="4376584"/>
            <a:ext cx="5051054" cy="82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r>
              <a:rPr lang="en-US" sz="2400" spc="235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Yeni Ana Karakterler ve Hikaye Çeşitliliği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75768" y="5679126"/>
            <a:ext cx="564382" cy="510527"/>
            <a:chOff x="0" y="0"/>
            <a:chExt cx="193883" cy="17538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3883" cy="175382"/>
            </a:xfrm>
            <a:custGeom>
              <a:avLst/>
              <a:gdLst/>
              <a:ahLst/>
              <a:cxnLst/>
              <a:rect l="l" t="t" r="r" b="b"/>
              <a:pathLst>
                <a:path w="193883" h="175382">
                  <a:moveTo>
                    <a:pt x="82305" y="0"/>
                  </a:moveTo>
                  <a:lnTo>
                    <a:pt x="111578" y="0"/>
                  </a:lnTo>
                  <a:cubicBezTo>
                    <a:pt x="157034" y="0"/>
                    <a:pt x="193883" y="36849"/>
                    <a:pt x="193883" y="82305"/>
                  </a:cubicBezTo>
                  <a:lnTo>
                    <a:pt x="193883" y="93077"/>
                  </a:lnTo>
                  <a:cubicBezTo>
                    <a:pt x="193883" y="138533"/>
                    <a:pt x="157034" y="175382"/>
                    <a:pt x="111578" y="175382"/>
                  </a:cubicBezTo>
                  <a:lnTo>
                    <a:pt x="82305" y="175382"/>
                  </a:lnTo>
                  <a:cubicBezTo>
                    <a:pt x="36849" y="175382"/>
                    <a:pt x="0" y="138533"/>
                    <a:pt x="0" y="93077"/>
                  </a:cubicBezTo>
                  <a:lnTo>
                    <a:pt x="0" y="82305"/>
                  </a:lnTo>
                  <a:cubicBezTo>
                    <a:pt x="0" y="36849"/>
                    <a:pt x="36849" y="0"/>
                    <a:pt x="82305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93883" cy="213482"/>
            </a:xfrm>
            <a:prstGeom prst="rect">
              <a:avLst/>
            </a:prstGeom>
          </p:spPr>
          <p:txBody>
            <a:bodyPr lIns="38947" tIns="38947" rIns="38947" bIns="38947" rtlCol="0" anchor="t"/>
            <a:lstStyle/>
            <a:p>
              <a:pPr marL="0" lvl="0" indent="0" algn="ctr">
                <a:lnSpc>
                  <a:spcPts val="3154"/>
                </a:lnSpc>
                <a:spcBef>
                  <a:spcPct val="0"/>
                </a:spcBef>
              </a:pPr>
              <a:r>
                <a:rPr lang="en-US" sz="2285" b="1" spc="22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65588" y="-81552"/>
            <a:ext cx="7309414" cy="852759"/>
            <a:chOff x="0" y="0"/>
            <a:chExt cx="1876002" cy="21886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76002" cy="218865"/>
            </a:xfrm>
            <a:custGeom>
              <a:avLst/>
              <a:gdLst/>
              <a:ahLst/>
              <a:cxnLst/>
              <a:rect l="l" t="t" r="r" b="b"/>
              <a:pathLst>
                <a:path w="1876002" h="218865">
                  <a:moveTo>
                    <a:pt x="1672802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76002" y="218865"/>
                  </a:lnTo>
                  <a:lnTo>
                    <a:pt x="1672802" y="0"/>
                  </a:lnTo>
                  <a:close/>
                </a:path>
              </a:pathLst>
            </a:custGeom>
            <a:solidFill>
              <a:srgbClr val="36363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600" y="-19050"/>
              <a:ext cx="1672802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AutoShape 40"/>
          <p:cNvSpPr/>
          <p:nvPr/>
        </p:nvSpPr>
        <p:spPr>
          <a:xfrm>
            <a:off x="-548542" y="756602"/>
            <a:ext cx="990632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41" name="Freeform 41"/>
          <p:cNvSpPr/>
          <p:nvPr/>
        </p:nvSpPr>
        <p:spPr>
          <a:xfrm>
            <a:off x="11433419" y="5726139"/>
            <a:ext cx="692231" cy="692231"/>
          </a:xfrm>
          <a:custGeom>
            <a:avLst/>
            <a:gdLst/>
            <a:ahLst/>
            <a:cxnLst/>
            <a:rect l="l" t="t" r="r" b="b"/>
            <a:pathLst>
              <a:path w="692231" h="692231">
                <a:moveTo>
                  <a:pt x="0" y="0"/>
                </a:moveTo>
                <a:lnTo>
                  <a:pt x="692231" y="0"/>
                </a:lnTo>
                <a:lnTo>
                  <a:pt x="692231" y="692231"/>
                </a:lnTo>
                <a:lnTo>
                  <a:pt x="0" y="6922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2" name="TextBox 42"/>
          <p:cNvSpPr txBox="1"/>
          <p:nvPr/>
        </p:nvSpPr>
        <p:spPr>
          <a:xfrm>
            <a:off x="2144478" y="3254075"/>
            <a:ext cx="486592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r>
              <a:rPr lang="en-US" sz="2400" spc="235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Çok Oyunculu Sistem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51912" y="5658964"/>
            <a:ext cx="4865922" cy="82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Envanter Sistemi</a:t>
            </a:r>
          </a:p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endParaRPr lang="en-US" sz="2400" spc="235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2144478" y="6634248"/>
            <a:ext cx="4865922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r>
              <a:rPr lang="en-US" sz="2400" spc="235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Minimap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375768" y="6656379"/>
            <a:ext cx="564382" cy="516242"/>
            <a:chOff x="0" y="0"/>
            <a:chExt cx="193883" cy="17734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3883" cy="177346"/>
            </a:xfrm>
            <a:custGeom>
              <a:avLst/>
              <a:gdLst/>
              <a:ahLst/>
              <a:cxnLst/>
              <a:rect l="l" t="t" r="r" b="b"/>
              <a:pathLst>
                <a:path w="193883" h="177346">
                  <a:moveTo>
                    <a:pt x="82305" y="0"/>
                  </a:moveTo>
                  <a:lnTo>
                    <a:pt x="111578" y="0"/>
                  </a:lnTo>
                  <a:cubicBezTo>
                    <a:pt x="157034" y="0"/>
                    <a:pt x="193883" y="36849"/>
                    <a:pt x="193883" y="82305"/>
                  </a:cubicBezTo>
                  <a:lnTo>
                    <a:pt x="193883" y="95041"/>
                  </a:lnTo>
                  <a:cubicBezTo>
                    <a:pt x="193883" y="140496"/>
                    <a:pt x="157034" y="177346"/>
                    <a:pt x="111578" y="177346"/>
                  </a:cubicBezTo>
                  <a:lnTo>
                    <a:pt x="82305" y="177346"/>
                  </a:lnTo>
                  <a:cubicBezTo>
                    <a:pt x="36849" y="177346"/>
                    <a:pt x="0" y="140496"/>
                    <a:pt x="0" y="95041"/>
                  </a:cubicBezTo>
                  <a:lnTo>
                    <a:pt x="0" y="82305"/>
                  </a:lnTo>
                  <a:cubicBezTo>
                    <a:pt x="0" y="36849"/>
                    <a:pt x="36849" y="0"/>
                    <a:pt x="82305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93883" cy="215446"/>
            </a:xfrm>
            <a:prstGeom prst="rect">
              <a:avLst/>
            </a:prstGeom>
          </p:spPr>
          <p:txBody>
            <a:bodyPr lIns="38947" tIns="38947" rIns="38947" bIns="38947" rtlCol="0" anchor="t"/>
            <a:lstStyle/>
            <a:p>
              <a:pPr marL="0" lvl="0" indent="0" algn="ctr">
                <a:lnSpc>
                  <a:spcPts val="3154"/>
                </a:lnSpc>
                <a:spcBef>
                  <a:spcPct val="0"/>
                </a:spcBef>
              </a:pPr>
              <a:r>
                <a:rPr lang="en-US" sz="2285" b="1" spc="22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-58246" y="6672348"/>
            <a:ext cx="1522344" cy="1522344"/>
          </a:xfrm>
          <a:custGeom>
            <a:avLst/>
            <a:gdLst/>
            <a:ahLst/>
            <a:cxnLst/>
            <a:rect l="l" t="t" r="r" b="b"/>
            <a:pathLst>
              <a:path w="1522344" h="1522344">
                <a:moveTo>
                  <a:pt x="0" y="0"/>
                </a:moveTo>
                <a:lnTo>
                  <a:pt x="1522344" y="0"/>
                </a:lnTo>
                <a:lnTo>
                  <a:pt x="1522344" y="1522344"/>
                </a:lnTo>
                <a:lnTo>
                  <a:pt x="0" y="15223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67" r="-33567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3381146" y="13252"/>
            <a:ext cx="1311737" cy="8184154"/>
            <a:chOff x="0" y="0"/>
            <a:chExt cx="450623" cy="28115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0623" cy="2811518"/>
            </a:xfrm>
            <a:custGeom>
              <a:avLst/>
              <a:gdLst/>
              <a:ahLst/>
              <a:cxnLst/>
              <a:rect l="l" t="t" r="r" b="b"/>
              <a:pathLst>
                <a:path w="450623" h="2811518">
                  <a:moveTo>
                    <a:pt x="0" y="0"/>
                  </a:moveTo>
                  <a:lnTo>
                    <a:pt x="450623" y="0"/>
                  </a:lnTo>
                  <a:lnTo>
                    <a:pt x="450623" y="2811518"/>
                  </a:lnTo>
                  <a:lnTo>
                    <a:pt x="0" y="2811518"/>
                  </a:lnTo>
                  <a:close/>
                </a:path>
              </a:pathLst>
            </a:custGeom>
            <a:gradFill rotWithShape="1">
              <a:gsLst>
                <a:gs pos="0">
                  <a:srgbClr val="696969">
                    <a:alpha val="72000"/>
                  </a:srgbClr>
                </a:gs>
                <a:gs pos="33333">
                  <a:srgbClr val="B4B4B4">
                    <a:alpha val="82500"/>
                  </a:srgbClr>
                </a:gs>
                <a:gs pos="66667">
                  <a:srgbClr val="EEEEEE">
                    <a:alpha val="70500"/>
                  </a:srgbClr>
                </a:gs>
                <a:gs pos="100000">
                  <a:srgbClr val="FBFBFB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450623" cy="2830568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19050"/>
            <a:ext cx="3810936" cy="7905750"/>
          </a:xfrm>
          <a:custGeom>
            <a:avLst/>
            <a:gdLst/>
            <a:ahLst/>
            <a:cxnLst/>
            <a:rect l="l" t="t" r="r" b="b"/>
            <a:pathLst>
              <a:path w="3810936" h="7905750">
                <a:moveTo>
                  <a:pt x="0" y="0"/>
                </a:moveTo>
                <a:lnTo>
                  <a:pt x="3810936" y="0"/>
                </a:lnTo>
                <a:lnTo>
                  <a:pt x="3810936" y="7905750"/>
                </a:lnTo>
                <a:lnTo>
                  <a:pt x="0" y="7905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800" r="-121800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4392122" y="510437"/>
            <a:ext cx="4082750" cy="83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11"/>
              </a:lnSpc>
              <a:spcBef>
                <a:spcPct val="0"/>
              </a:spcBef>
            </a:pPr>
            <a:r>
              <a:rPr lang="en-US" sz="2400" spc="84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PAZ</a:t>
            </a:r>
            <a:r>
              <a:rPr lang="en-US" sz="2400" u="none" strike="noStrike" spc="84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AR ANALIZI VERILERI:</a:t>
            </a:r>
          </a:p>
        </p:txBody>
      </p:sp>
      <p:sp>
        <p:nvSpPr>
          <p:cNvPr id="8" name="Freeform 8"/>
          <p:cNvSpPr/>
          <p:nvPr/>
        </p:nvSpPr>
        <p:spPr>
          <a:xfrm>
            <a:off x="10408947" y="278727"/>
            <a:ext cx="2607471" cy="1906713"/>
          </a:xfrm>
          <a:custGeom>
            <a:avLst/>
            <a:gdLst/>
            <a:ahLst/>
            <a:cxnLst/>
            <a:rect l="l" t="t" r="r" b="b"/>
            <a:pathLst>
              <a:path w="2607471" h="1906713">
                <a:moveTo>
                  <a:pt x="0" y="0"/>
                </a:moveTo>
                <a:lnTo>
                  <a:pt x="2607471" y="0"/>
                </a:lnTo>
                <a:lnTo>
                  <a:pt x="2607471" y="1906713"/>
                </a:lnTo>
                <a:lnTo>
                  <a:pt x="0" y="1906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TextBox 9"/>
          <p:cNvSpPr txBox="1"/>
          <p:nvPr/>
        </p:nvSpPr>
        <p:spPr>
          <a:xfrm>
            <a:off x="9821687" y="2502066"/>
            <a:ext cx="3781990" cy="220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599" spc="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Metroidvania Pazar Büyüklüğü:</a:t>
            </a: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spc="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2024 Metroidvania pazar değeri: ~$85 milyon</a:t>
            </a: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u="none" spc="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Yıllık büyüme oranı: %12.3 (2020-2024)</a:t>
            </a: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u="none" spc="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2027 tahmini pazar değeri: $120 milyon</a:t>
            </a:r>
          </a:p>
          <a:p>
            <a:pPr algn="l">
              <a:lnSpc>
                <a:spcPts val="2207"/>
              </a:lnSpc>
            </a:pPr>
            <a:endParaRPr lang="en-US" sz="1599" u="none" spc="156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692882" y="5296715"/>
            <a:ext cx="3781990" cy="220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Son 2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yılda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çıkan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başarılı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Metroidvania'lar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Hollow Knight: 2.8+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milyon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kopya</a:t>
            </a:r>
            <a:endParaRPr lang="en-US" sz="1599" spc="15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Ori and the Will of the Wisps: 2+ 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milyon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kopya</a:t>
            </a:r>
            <a:endParaRPr lang="en-US" sz="1599" u="none" spc="15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Axiom Verge 2: 150,000+ 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kopya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(ilk 6 ay)</a:t>
            </a:r>
          </a:p>
          <a:p>
            <a:pPr algn="l">
              <a:lnSpc>
                <a:spcPts val="2207"/>
              </a:lnSpc>
            </a:pPr>
            <a:endParaRPr lang="en-US" sz="1599" u="none" spc="15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821687" y="5020490"/>
            <a:ext cx="3781990" cy="2478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Indie Oyun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Başarı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Rakamları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Ortalama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indie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Metroidvania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satışı</a:t>
            </a:r>
            <a:r>
              <a:rPr lang="en-US" sz="1599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15,000-50,000 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kopya</a:t>
            </a:r>
            <a:endParaRPr lang="en-US" sz="1599" u="none" spc="15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Steam'de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wishlist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satış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oranı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~%8-12</a:t>
            </a: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Başarılı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indie 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oyunların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ortalama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9" u="none" spc="156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fiyatı</a:t>
            </a:r>
            <a:r>
              <a:rPr lang="en-US" sz="1599" u="none" spc="15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$15-25</a:t>
            </a:r>
          </a:p>
          <a:p>
            <a:pPr algn="l">
              <a:lnSpc>
                <a:spcPts val="2207"/>
              </a:lnSpc>
            </a:pPr>
            <a:endParaRPr lang="en-US" sz="1599" u="none" spc="156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692882" y="1889033"/>
            <a:ext cx="3781990" cy="3030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599" spc="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Pazarlama ROI Verileri</a:t>
            </a:r>
          </a:p>
          <a:p>
            <a:pPr algn="l">
              <a:lnSpc>
                <a:spcPts val="2207"/>
              </a:lnSpc>
            </a:pPr>
            <a:endParaRPr lang="en-US" sz="1599" spc="156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207"/>
              </a:lnSpc>
            </a:pPr>
            <a:r>
              <a:rPr lang="en-US" sz="1599" spc="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Sosyal Medya Reach:</a:t>
            </a: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spc="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Twitter gaming hashtag reach: 2.1M aylık etkileşim.</a:t>
            </a: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u="none" spc="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TikTok gaming content: 83 milyar görüntüleme (2024)</a:t>
            </a:r>
          </a:p>
          <a:p>
            <a:pPr marL="345439" lvl="1" indent="-172720" algn="l">
              <a:lnSpc>
                <a:spcPts val="2207"/>
              </a:lnSpc>
              <a:buFont typeface="Arial"/>
              <a:buChar char="•"/>
            </a:pPr>
            <a:r>
              <a:rPr lang="en-US" sz="1599" u="none" spc="1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Discord gaming communities: 150M+ aktif kullanıcı</a:t>
            </a:r>
          </a:p>
          <a:p>
            <a:pPr algn="l">
              <a:lnSpc>
                <a:spcPts val="2207"/>
              </a:lnSpc>
            </a:pPr>
            <a:endParaRPr lang="en-US" sz="1599" u="none" spc="156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31308" y="6591955"/>
            <a:ext cx="1522344" cy="1522344"/>
          </a:xfrm>
          <a:custGeom>
            <a:avLst/>
            <a:gdLst/>
            <a:ahLst/>
            <a:cxnLst/>
            <a:rect l="l" t="t" r="r" b="b"/>
            <a:pathLst>
              <a:path w="1522344" h="1522344">
                <a:moveTo>
                  <a:pt x="0" y="0"/>
                </a:moveTo>
                <a:lnTo>
                  <a:pt x="1522344" y="0"/>
                </a:lnTo>
                <a:lnTo>
                  <a:pt x="1522344" y="1522345"/>
                </a:lnTo>
                <a:lnTo>
                  <a:pt x="0" y="15223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67" r="-33567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083532" y="2855650"/>
            <a:ext cx="1977024" cy="1098537"/>
            <a:chOff x="0" y="0"/>
            <a:chExt cx="4159440" cy="23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60875" y="3161597"/>
            <a:ext cx="1600579" cy="1601605"/>
            <a:chOff x="0" y="0"/>
            <a:chExt cx="3367440" cy="336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057476" y="3160571"/>
            <a:ext cx="1600921" cy="1599894"/>
            <a:chOff x="0" y="0"/>
            <a:chExt cx="3368160" cy="336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68040" cy="3366008"/>
            </a:xfrm>
            <a:custGeom>
              <a:avLst/>
              <a:gdLst/>
              <a:ahLst/>
              <a:cxnLst/>
              <a:rect l="l" t="t" r="r" b="b"/>
              <a:pathLst>
                <a:path w="3368040" h="3366008">
                  <a:moveTo>
                    <a:pt x="0" y="1683004"/>
                  </a:moveTo>
                  <a:cubicBezTo>
                    <a:pt x="0" y="753491"/>
                    <a:pt x="753999" y="0"/>
                    <a:pt x="1684020" y="0"/>
                  </a:cubicBezTo>
                  <a:cubicBezTo>
                    <a:pt x="2614041" y="0"/>
                    <a:pt x="3368040" y="753491"/>
                    <a:pt x="3368040" y="1683004"/>
                  </a:cubicBezTo>
                  <a:cubicBezTo>
                    <a:pt x="3368040" y="2612517"/>
                    <a:pt x="2614041" y="3366008"/>
                    <a:pt x="1684020" y="3366008"/>
                  </a:cubicBezTo>
                  <a:cubicBezTo>
                    <a:pt x="753999" y="3366008"/>
                    <a:pt x="0" y="2612517"/>
                    <a:pt x="0" y="1683004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69867" y="3931600"/>
            <a:ext cx="1980104" cy="1097168"/>
            <a:chOff x="0" y="0"/>
            <a:chExt cx="4165920" cy="23083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65981" cy="2308352"/>
            </a:xfrm>
            <a:custGeom>
              <a:avLst/>
              <a:gdLst/>
              <a:ahLst/>
              <a:cxnLst/>
              <a:rect l="l" t="t" r="r" b="b"/>
              <a:pathLst>
                <a:path w="4165981" h="2308352">
                  <a:moveTo>
                    <a:pt x="4165981" y="1066800"/>
                  </a:moveTo>
                  <a:cubicBezTo>
                    <a:pt x="3189351" y="1271778"/>
                    <a:pt x="3189351" y="1271778"/>
                    <a:pt x="3189351" y="1271778"/>
                  </a:cubicBezTo>
                  <a:cubicBezTo>
                    <a:pt x="3315970" y="1404366"/>
                    <a:pt x="3315970" y="1404366"/>
                    <a:pt x="3315970" y="1404366"/>
                  </a:cubicBezTo>
                  <a:cubicBezTo>
                    <a:pt x="2966339" y="1735836"/>
                    <a:pt x="2489962" y="1934718"/>
                    <a:pt x="1971548" y="1934718"/>
                  </a:cubicBezTo>
                  <a:cubicBezTo>
                    <a:pt x="892302" y="1934591"/>
                    <a:pt x="18034" y="1072769"/>
                    <a:pt x="0" y="0"/>
                  </a:cubicBezTo>
                  <a:cubicBezTo>
                    <a:pt x="18034" y="1277747"/>
                    <a:pt x="1061085" y="2308352"/>
                    <a:pt x="2339213" y="2308352"/>
                  </a:cubicBezTo>
                  <a:cubicBezTo>
                    <a:pt x="2869692" y="2308352"/>
                    <a:pt x="3358134" y="2133600"/>
                    <a:pt x="3749929" y="1832229"/>
                  </a:cubicBezTo>
                  <a:cubicBezTo>
                    <a:pt x="3852418" y="1934718"/>
                    <a:pt x="3852418" y="1934718"/>
                    <a:pt x="3852418" y="1934718"/>
                  </a:cubicBezTo>
                  <a:lnTo>
                    <a:pt x="4165981" y="10668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7139" y="2875841"/>
            <a:ext cx="1977024" cy="1098537"/>
            <a:chOff x="0" y="0"/>
            <a:chExt cx="4159440" cy="23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24481" y="3181789"/>
            <a:ext cx="1600579" cy="1601605"/>
            <a:chOff x="0" y="0"/>
            <a:chExt cx="3367440" cy="336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121083" y="3180762"/>
            <a:ext cx="1600921" cy="1599894"/>
            <a:chOff x="0" y="0"/>
            <a:chExt cx="3368160" cy="336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68040" cy="3366008"/>
            </a:xfrm>
            <a:custGeom>
              <a:avLst/>
              <a:gdLst/>
              <a:ahLst/>
              <a:cxnLst/>
              <a:rect l="l" t="t" r="r" b="b"/>
              <a:pathLst>
                <a:path w="3368040" h="3366008">
                  <a:moveTo>
                    <a:pt x="0" y="1683004"/>
                  </a:moveTo>
                  <a:cubicBezTo>
                    <a:pt x="0" y="753491"/>
                    <a:pt x="753999" y="0"/>
                    <a:pt x="1684020" y="0"/>
                  </a:cubicBezTo>
                  <a:cubicBezTo>
                    <a:pt x="2614041" y="0"/>
                    <a:pt x="3368040" y="753491"/>
                    <a:pt x="3368040" y="1683004"/>
                  </a:cubicBezTo>
                  <a:cubicBezTo>
                    <a:pt x="3368040" y="2612517"/>
                    <a:pt x="2614041" y="3366008"/>
                    <a:pt x="1684020" y="3366008"/>
                  </a:cubicBezTo>
                  <a:cubicBezTo>
                    <a:pt x="753999" y="3366008"/>
                    <a:pt x="0" y="2612517"/>
                    <a:pt x="0" y="1683004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33474" y="3951791"/>
            <a:ext cx="1980104" cy="1097168"/>
            <a:chOff x="0" y="0"/>
            <a:chExt cx="4165920" cy="23083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65981" cy="2308352"/>
            </a:xfrm>
            <a:custGeom>
              <a:avLst/>
              <a:gdLst/>
              <a:ahLst/>
              <a:cxnLst/>
              <a:rect l="l" t="t" r="r" b="b"/>
              <a:pathLst>
                <a:path w="4165981" h="2308352">
                  <a:moveTo>
                    <a:pt x="4165981" y="1066800"/>
                  </a:moveTo>
                  <a:cubicBezTo>
                    <a:pt x="3189351" y="1271778"/>
                    <a:pt x="3189351" y="1271778"/>
                    <a:pt x="3189351" y="1271778"/>
                  </a:cubicBezTo>
                  <a:cubicBezTo>
                    <a:pt x="3315970" y="1404366"/>
                    <a:pt x="3315970" y="1404366"/>
                    <a:pt x="3315970" y="1404366"/>
                  </a:cubicBezTo>
                  <a:cubicBezTo>
                    <a:pt x="2966339" y="1735836"/>
                    <a:pt x="2489962" y="1934718"/>
                    <a:pt x="1971548" y="1934718"/>
                  </a:cubicBezTo>
                  <a:cubicBezTo>
                    <a:pt x="892302" y="1934591"/>
                    <a:pt x="18034" y="1072769"/>
                    <a:pt x="0" y="0"/>
                  </a:cubicBezTo>
                  <a:cubicBezTo>
                    <a:pt x="18034" y="1277747"/>
                    <a:pt x="1061085" y="2308352"/>
                    <a:pt x="2339213" y="2308352"/>
                  </a:cubicBezTo>
                  <a:cubicBezTo>
                    <a:pt x="2869692" y="2308352"/>
                    <a:pt x="3358134" y="2133600"/>
                    <a:pt x="3749929" y="1832229"/>
                  </a:cubicBezTo>
                  <a:cubicBezTo>
                    <a:pt x="3852418" y="1934718"/>
                    <a:pt x="3852418" y="1934718"/>
                    <a:pt x="3852418" y="1934718"/>
                  </a:cubicBezTo>
                  <a:lnTo>
                    <a:pt x="4165981" y="10668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10746" y="2873103"/>
            <a:ext cx="1977024" cy="1098537"/>
            <a:chOff x="0" y="0"/>
            <a:chExt cx="4159440" cy="23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88088" y="3179051"/>
            <a:ext cx="1600579" cy="1601605"/>
            <a:chOff x="0" y="0"/>
            <a:chExt cx="3367440" cy="336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84690" y="3178024"/>
            <a:ext cx="1600921" cy="1599894"/>
            <a:chOff x="0" y="0"/>
            <a:chExt cx="3368160" cy="3366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368040" cy="3366008"/>
            </a:xfrm>
            <a:custGeom>
              <a:avLst/>
              <a:gdLst/>
              <a:ahLst/>
              <a:cxnLst/>
              <a:rect l="l" t="t" r="r" b="b"/>
              <a:pathLst>
                <a:path w="3368040" h="3366008">
                  <a:moveTo>
                    <a:pt x="0" y="1683004"/>
                  </a:moveTo>
                  <a:cubicBezTo>
                    <a:pt x="0" y="753491"/>
                    <a:pt x="753999" y="0"/>
                    <a:pt x="1684020" y="0"/>
                  </a:cubicBezTo>
                  <a:cubicBezTo>
                    <a:pt x="2614041" y="0"/>
                    <a:pt x="3368040" y="753491"/>
                    <a:pt x="3368040" y="1683004"/>
                  </a:cubicBezTo>
                  <a:cubicBezTo>
                    <a:pt x="3368040" y="2612517"/>
                    <a:pt x="2614041" y="3366008"/>
                    <a:pt x="1684020" y="3366008"/>
                  </a:cubicBezTo>
                  <a:cubicBezTo>
                    <a:pt x="753999" y="3366008"/>
                    <a:pt x="0" y="2612517"/>
                    <a:pt x="0" y="1683004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5" name="Freeform 25"/>
          <p:cNvSpPr/>
          <p:nvPr/>
        </p:nvSpPr>
        <p:spPr>
          <a:xfrm>
            <a:off x="1586625" y="3530463"/>
            <a:ext cx="749077" cy="860109"/>
          </a:xfrm>
          <a:custGeom>
            <a:avLst/>
            <a:gdLst/>
            <a:ahLst/>
            <a:cxnLst/>
            <a:rect l="l" t="t" r="r" b="b"/>
            <a:pathLst>
              <a:path w="749077" h="860109">
                <a:moveTo>
                  <a:pt x="0" y="0"/>
                </a:moveTo>
                <a:lnTo>
                  <a:pt x="749077" y="0"/>
                </a:lnTo>
                <a:lnTo>
                  <a:pt x="749077" y="860109"/>
                </a:lnTo>
                <a:lnTo>
                  <a:pt x="0" y="860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26" name="Freeform 26"/>
          <p:cNvSpPr/>
          <p:nvPr/>
        </p:nvSpPr>
        <p:spPr>
          <a:xfrm>
            <a:off x="3501895" y="3636966"/>
            <a:ext cx="712084" cy="687485"/>
          </a:xfrm>
          <a:custGeom>
            <a:avLst/>
            <a:gdLst/>
            <a:ahLst/>
            <a:cxnLst/>
            <a:rect l="l" t="t" r="r" b="b"/>
            <a:pathLst>
              <a:path w="712084" h="687485">
                <a:moveTo>
                  <a:pt x="0" y="0"/>
                </a:moveTo>
                <a:lnTo>
                  <a:pt x="712084" y="0"/>
                </a:lnTo>
                <a:lnTo>
                  <a:pt x="712084" y="687485"/>
                </a:lnTo>
                <a:lnTo>
                  <a:pt x="0" y="6874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27" name="Freeform 27"/>
          <p:cNvSpPr/>
          <p:nvPr/>
        </p:nvSpPr>
        <p:spPr>
          <a:xfrm>
            <a:off x="9706810" y="3654420"/>
            <a:ext cx="763135" cy="732609"/>
          </a:xfrm>
          <a:custGeom>
            <a:avLst/>
            <a:gdLst/>
            <a:ahLst/>
            <a:cxnLst/>
            <a:rect l="l" t="t" r="r" b="b"/>
            <a:pathLst>
              <a:path w="763135" h="732609">
                <a:moveTo>
                  <a:pt x="0" y="0"/>
                </a:moveTo>
                <a:lnTo>
                  <a:pt x="763135" y="0"/>
                </a:lnTo>
                <a:lnTo>
                  <a:pt x="763135" y="732609"/>
                </a:lnTo>
                <a:lnTo>
                  <a:pt x="0" y="7326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28" name="Freeform 28"/>
          <p:cNvSpPr/>
          <p:nvPr/>
        </p:nvSpPr>
        <p:spPr>
          <a:xfrm>
            <a:off x="7562313" y="3636966"/>
            <a:ext cx="854823" cy="730485"/>
          </a:xfrm>
          <a:custGeom>
            <a:avLst/>
            <a:gdLst/>
            <a:ahLst/>
            <a:cxnLst/>
            <a:rect l="l" t="t" r="r" b="b"/>
            <a:pathLst>
              <a:path w="854823" h="730485">
                <a:moveTo>
                  <a:pt x="0" y="0"/>
                </a:moveTo>
                <a:lnTo>
                  <a:pt x="854823" y="0"/>
                </a:lnTo>
                <a:lnTo>
                  <a:pt x="854823" y="730486"/>
                </a:lnTo>
                <a:lnTo>
                  <a:pt x="0" y="7304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29" name="Freeform 29"/>
          <p:cNvSpPr/>
          <p:nvPr/>
        </p:nvSpPr>
        <p:spPr>
          <a:xfrm>
            <a:off x="5687524" y="3636966"/>
            <a:ext cx="637515" cy="730485"/>
          </a:xfrm>
          <a:custGeom>
            <a:avLst/>
            <a:gdLst/>
            <a:ahLst/>
            <a:cxnLst/>
            <a:rect l="l" t="t" r="r" b="b"/>
            <a:pathLst>
              <a:path w="637515" h="730485">
                <a:moveTo>
                  <a:pt x="0" y="0"/>
                </a:moveTo>
                <a:lnTo>
                  <a:pt x="637514" y="0"/>
                </a:lnTo>
                <a:lnTo>
                  <a:pt x="637514" y="730486"/>
                </a:lnTo>
                <a:lnTo>
                  <a:pt x="0" y="7304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0" name="Freeform 30"/>
          <p:cNvSpPr/>
          <p:nvPr/>
        </p:nvSpPr>
        <p:spPr>
          <a:xfrm>
            <a:off x="11625920" y="3603898"/>
            <a:ext cx="710580" cy="831530"/>
          </a:xfrm>
          <a:custGeom>
            <a:avLst/>
            <a:gdLst/>
            <a:ahLst/>
            <a:cxnLst/>
            <a:rect l="l" t="t" r="r" b="b"/>
            <a:pathLst>
              <a:path w="710580" h="831530">
                <a:moveTo>
                  <a:pt x="0" y="0"/>
                </a:moveTo>
                <a:lnTo>
                  <a:pt x="710580" y="0"/>
                </a:lnTo>
                <a:lnTo>
                  <a:pt x="710580" y="831530"/>
                </a:lnTo>
                <a:lnTo>
                  <a:pt x="0" y="8315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1" name="TextBox 31"/>
          <p:cNvSpPr txBox="1"/>
          <p:nvPr/>
        </p:nvSpPr>
        <p:spPr>
          <a:xfrm>
            <a:off x="1272879" y="5342029"/>
            <a:ext cx="4206248" cy="64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sz="1899" spc="18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YouTube Shorts gameplay videoları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61164" y="2116493"/>
            <a:ext cx="2454540" cy="31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sz="1899" spc="18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Ücretsiz demo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94950" y="6317387"/>
            <a:ext cx="5519973" cy="64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sz="1899" spc="18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Sosyal Medya Oyuncu Toplulukları ile işbirlikleri.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79127" y="1235113"/>
            <a:ext cx="2663151" cy="64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sz="1899" spc="18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TikTok Gaming hesabı eklenmesi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77794" y="2037471"/>
            <a:ext cx="3386870" cy="64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sz="1899" spc="18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Speedrun Community ile işbirliği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06810" y="5201821"/>
            <a:ext cx="3386870" cy="31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</a:pPr>
            <a:r>
              <a:rPr lang="en-US" sz="1899" spc="18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Erken Erişim Fırsatları</a:t>
            </a:r>
          </a:p>
        </p:txBody>
      </p:sp>
      <p:sp>
        <p:nvSpPr>
          <p:cNvPr id="37" name="Freeform 37"/>
          <p:cNvSpPr/>
          <p:nvPr/>
        </p:nvSpPr>
        <p:spPr>
          <a:xfrm>
            <a:off x="79630" y="6371708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8" name="Group 38"/>
          <p:cNvGrpSpPr/>
          <p:nvPr/>
        </p:nvGrpSpPr>
        <p:grpSpPr>
          <a:xfrm>
            <a:off x="-5353040" y="166948"/>
            <a:ext cx="10011437" cy="1204922"/>
            <a:chOff x="0" y="0"/>
            <a:chExt cx="1818506" cy="21886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818506" cy="218865"/>
            </a:xfrm>
            <a:custGeom>
              <a:avLst/>
              <a:gdLst/>
              <a:ahLst/>
              <a:cxnLst/>
              <a:rect l="l" t="t" r="r" b="b"/>
              <a:pathLst>
                <a:path w="1818506" h="218865">
                  <a:moveTo>
                    <a:pt x="161530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18506" y="218865"/>
                  </a:lnTo>
                  <a:lnTo>
                    <a:pt x="1615306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600" y="-19050"/>
              <a:ext cx="1615306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-1448862" y="447487"/>
            <a:ext cx="7136386" cy="62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20"/>
              </a:lnSpc>
              <a:spcBef>
                <a:spcPct val="0"/>
              </a:spcBef>
            </a:pPr>
            <a:r>
              <a:rPr lang="en-US" sz="3638" spc="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PAZARLAMA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0" y="1273213"/>
            <a:ext cx="4361646" cy="211207"/>
            <a:chOff x="0" y="0"/>
            <a:chExt cx="4519796" cy="21886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272" b="-2527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2534524" y="4710846"/>
            <a:ext cx="1931027" cy="809228"/>
            <a:chOff x="0" y="0"/>
            <a:chExt cx="719924" cy="3016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9924" cy="301696"/>
            </a:xfrm>
            <a:custGeom>
              <a:avLst/>
              <a:gdLst/>
              <a:ahLst/>
              <a:cxnLst/>
              <a:rect l="l" t="t" r="r" b="b"/>
              <a:pathLst>
                <a:path w="719924" h="301696">
                  <a:moveTo>
                    <a:pt x="40092" y="0"/>
                  </a:moveTo>
                  <a:lnTo>
                    <a:pt x="679832" y="0"/>
                  </a:lnTo>
                  <a:cubicBezTo>
                    <a:pt x="701974" y="0"/>
                    <a:pt x="719924" y="17950"/>
                    <a:pt x="719924" y="40092"/>
                  </a:cubicBezTo>
                  <a:lnTo>
                    <a:pt x="719924" y="261604"/>
                  </a:lnTo>
                  <a:cubicBezTo>
                    <a:pt x="719924" y="272237"/>
                    <a:pt x="715700" y="282434"/>
                    <a:pt x="708182" y="289953"/>
                  </a:cubicBezTo>
                  <a:cubicBezTo>
                    <a:pt x="700663" y="297472"/>
                    <a:pt x="690465" y="301696"/>
                    <a:pt x="679832" y="301696"/>
                  </a:cubicBezTo>
                  <a:lnTo>
                    <a:pt x="40092" y="301696"/>
                  </a:lnTo>
                  <a:cubicBezTo>
                    <a:pt x="17950" y="301696"/>
                    <a:pt x="0" y="283746"/>
                    <a:pt x="0" y="261604"/>
                  </a:cubicBezTo>
                  <a:lnTo>
                    <a:pt x="0" y="40092"/>
                  </a:lnTo>
                  <a:cubicBezTo>
                    <a:pt x="0" y="17950"/>
                    <a:pt x="17950" y="0"/>
                    <a:pt x="40092" y="0"/>
                  </a:cubicBezTo>
                  <a:close/>
                </a:path>
              </a:pathLst>
            </a:custGeom>
            <a:solidFill>
              <a:srgbClr val="100F0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9924" cy="330271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22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40266" y="4710846"/>
            <a:ext cx="1931027" cy="809228"/>
            <a:chOff x="0" y="0"/>
            <a:chExt cx="719924" cy="3016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9924" cy="301696"/>
            </a:xfrm>
            <a:custGeom>
              <a:avLst/>
              <a:gdLst/>
              <a:ahLst/>
              <a:cxnLst/>
              <a:rect l="l" t="t" r="r" b="b"/>
              <a:pathLst>
                <a:path w="719924" h="301696">
                  <a:moveTo>
                    <a:pt x="40092" y="0"/>
                  </a:moveTo>
                  <a:lnTo>
                    <a:pt x="679832" y="0"/>
                  </a:lnTo>
                  <a:cubicBezTo>
                    <a:pt x="701974" y="0"/>
                    <a:pt x="719924" y="17950"/>
                    <a:pt x="719924" y="40092"/>
                  </a:cubicBezTo>
                  <a:lnTo>
                    <a:pt x="719924" y="261604"/>
                  </a:lnTo>
                  <a:cubicBezTo>
                    <a:pt x="719924" y="272237"/>
                    <a:pt x="715700" y="282434"/>
                    <a:pt x="708182" y="289953"/>
                  </a:cubicBezTo>
                  <a:cubicBezTo>
                    <a:pt x="700663" y="297472"/>
                    <a:pt x="690465" y="301696"/>
                    <a:pt x="679832" y="301696"/>
                  </a:cubicBezTo>
                  <a:lnTo>
                    <a:pt x="40092" y="301696"/>
                  </a:lnTo>
                  <a:cubicBezTo>
                    <a:pt x="17950" y="301696"/>
                    <a:pt x="0" y="283746"/>
                    <a:pt x="0" y="261604"/>
                  </a:cubicBezTo>
                  <a:lnTo>
                    <a:pt x="0" y="40092"/>
                  </a:lnTo>
                  <a:cubicBezTo>
                    <a:pt x="0" y="17950"/>
                    <a:pt x="17950" y="0"/>
                    <a:pt x="40092" y="0"/>
                  </a:cubicBezTo>
                  <a:close/>
                </a:path>
              </a:pathLst>
            </a:custGeom>
            <a:solidFill>
              <a:srgbClr val="100F0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19924" cy="330271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226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858240" y="4840037"/>
            <a:ext cx="1295079" cy="51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446" b="1" spc="-2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BERAT KAYAR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413061" y="3557001"/>
            <a:ext cx="1906680" cy="809228"/>
            <a:chOff x="0" y="0"/>
            <a:chExt cx="710847" cy="3016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0847" cy="301696"/>
            </a:xfrm>
            <a:custGeom>
              <a:avLst/>
              <a:gdLst/>
              <a:ahLst/>
              <a:cxnLst/>
              <a:rect l="l" t="t" r="r" b="b"/>
              <a:pathLst>
                <a:path w="710847" h="301696">
                  <a:moveTo>
                    <a:pt x="40604" y="0"/>
                  </a:moveTo>
                  <a:lnTo>
                    <a:pt x="670243" y="0"/>
                  </a:lnTo>
                  <a:cubicBezTo>
                    <a:pt x="692668" y="0"/>
                    <a:pt x="710847" y="18179"/>
                    <a:pt x="710847" y="40604"/>
                  </a:cubicBezTo>
                  <a:lnTo>
                    <a:pt x="710847" y="261092"/>
                  </a:lnTo>
                  <a:cubicBezTo>
                    <a:pt x="710847" y="271861"/>
                    <a:pt x="706569" y="282188"/>
                    <a:pt x="698955" y="289803"/>
                  </a:cubicBezTo>
                  <a:cubicBezTo>
                    <a:pt x="691340" y="297418"/>
                    <a:pt x="681012" y="301696"/>
                    <a:pt x="670243" y="301696"/>
                  </a:cubicBezTo>
                  <a:lnTo>
                    <a:pt x="40604" y="301696"/>
                  </a:lnTo>
                  <a:cubicBezTo>
                    <a:pt x="29835" y="301696"/>
                    <a:pt x="19507" y="297418"/>
                    <a:pt x="11893" y="289803"/>
                  </a:cubicBezTo>
                  <a:cubicBezTo>
                    <a:pt x="4278" y="282188"/>
                    <a:pt x="0" y="271861"/>
                    <a:pt x="0" y="261092"/>
                  </a:cubicBezTo>
                  <a:lnTo>
                    <a:pt x="0" y="40604"/>
                  </a:lnTo>
                  <a:cubicBezTo>
                    <a:pt x="0" y="29835"/>
                    <a:pt x="4278" y="19507"/>
                    <a:pt x="11893" y="11893"/>
                  </a:cubicBezTo>
                  <a:cubicBezTo>
                    <a:pt x="19507" y="4278"/>
                    <a:pt x="29835" y="0"/>
                    <a:pt x="40604" y="0"/>
                  </a:cubicBezTo>
                  <a:close/>
                </a:path>
              </a:pathLst>
            </a:custGeom>
            <a:solidFill>
              <a:srgbClr val="100F0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710847" cy="330271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22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881845" y="4858410"/>
            <a:ext cx="1141505" cy="51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446" b="1" spc="-2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ALAATTİN UYSAL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43514" y="3686192"/>
            <a:ext cx="1091192" cy="51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446" b="1" spc="-2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EREN KUŞDİL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4937847" y="133744"/>
            <a:ext cx="10011437" cy="1204922"/>
            <a:chOff x="0" y="0"/>
            <a:chExt cx="1818506" cy="2188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18506" cy="218865"/>
            </a:xfrm>
            <a:custGeom>
              <a:avLst/>
              <a:gdLst/>
              <a:ahLst/>
              <a:cxnLst/>
              <a:rect l="l" t="t" r="r" b="b"/>
              <a:pathLst>
                <a:path w="1818506" h="218865">
                  <a:moveTo>
                    <a:pt x="161530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1818506" y="218865"/>
                  </a:lnTo>
                  <a:lnTo>
                    <a:pt x="1615306" y="0"/>
                  </a:lnTo>
                  <a:close/>
                </a:path>
              </a:pathLst>
            </a:custGeom>
            <a:solidFill>
              <a:srgbClr val="01010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600" y="-19050"/>
              <a:ext cx="1615306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-1033669" y="414283"/>
            <a:ext cx="7136386" cy="62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20"/>
              </a:lnSpc>
              <a:spcBef>
                <a:spcPct val="0"/>
              </a:spcBef>
            </a:pPr>
            <a:r>
              <a:rPr lang="en-US" sz="3638" spc="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KAPANIŞ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15193" y="1240009"/>
            <a:ext cx="4361646" cy="211207"/>
            <a:chOff x="0" y="0"/>
            <a:chExt cx="4519796" cy="2188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19796" cy="218865"/>
            </a:xfrm>
            <a:custGeom>
              <a:avLst/>
              <a:gdLst/>
              <a:ahLst/>
              <a:cxnLst/>
              <a:rect l="l" t="t" r="r" b="b"/>
              <a:pathLst>
                <a:path w="4519796" h="218865">
                  <a:moveTo>
                    <a:pt x="4316596" y="0"/>
                  </a:moveTo>
                  <a:lnTo>
                    <a:pt x="0" y="0"/>
                  </a:lnTo>
                  <a:lnTo>
                    <a:pt x="203200" y="218865"/>
                  </a:lnTo>
                  <a:lnTo>
                    <a:pt x="4519796" y="218865"/>
                  </a:lnTo>
                  <a:lnTo>
                    <a:pt x="4316596" y="0"/>
                  </a:lnTo>
                  <a:close/>
                </a:path>
              </a:pathLst>
            </a:custGeom>
            <a:solidFill>
              <a:srgbClr val="72707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600" y="-19050"/>
              <a:ext cx="4316596" cy="237915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marL="0" lvl="0" indent="0" algn="ctr">
                <a:lnSpc>
                  <a:spcPts val="219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23350" y="6323092"/>
            <a:ext cx="1931027" cy="809228"/>
            <a:chOff x="0" y="0"/>
            <a:chExt cx="719924" cy="3016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9924" cy="301696"/>
            </a:xfrm>
            <a:custGeom>
              <a:avLst/>
              <a:gdLst/>
              <a:ahLst/>
              <a:cxnLst/>
              <a:rect l="l" t="t" r="r" b="b"/>
              <a:pathLst>
                <a:path w="719924" h="301696">
                  <a:moveTo>
                    <a:pt x="40092" y="0"/>
                  </a:moveTo>
                  <a:lnTo>
                    <a:pt x="679832" y="0"/>
                  </a:lnTo>
                  <a:cubicBezTo>
                    <a:pt x="701974" y="0"/>
                    <a:pt x="719924" y="17950"/>
                    <a:pt x="719924" y="40092"/>
                  </a:cubicBezTo>
                  <a:lnTo>
                    <a:pt x="719924" y="261604"/>
                  </a:lnTo>
                  <a:cubicBezTo>
                    <a:pt x="719924" y="272237"/>
                    <a:pt x="715700" y="282434"/>
                    <a:pt x="708182" y="289953"/>
                  </a:cubicBezTo>
                  <a:cubicBezTo>
                    <a:pt x="700663" y="297472"/>
                    <a:pt x="690465" y="301696"/>
                    <a:pt x="679832" y="301696"/>
                  </a:cubicBezTo>
                  <a:lnTo>
                    <a:pt x="40092" y="301696"/>
                  </a:lnTo>
                  <a:cubicBezTo>
                    <a:pt x="17950" y="301696"/>
                    <a:pt x="0" y="283746"/>
                    <a:pt x="0" y="261604"/>
                  </a:cubicBezTo>
                  <a:lnTo>
                    <a:pt x="0" y="40092"/>
                  </a:lnTo>
                  <a:cubicBezTo>
                    <a:pt x="0" y="17950"/>
                    <a:pt x="17950" y="0"/>
                    <a:pt x="40092" y="0"/>
                  </a:cubicBezTo>
                  <a:close/>
                </a:path>
              </a:pathLst>
            </a:custGeom>
            <a:solidFill>
              <a:srgbClr val="100F0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719924" cy="330271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226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358022" y="6452283"/>
            <a:ext cx="1105126" cy="51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446" b="1" spc="-2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ALPEREN ALTUNEL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014940" y="6323092"/>
            <a:ext cx="1931027" cy="809228"/>
            <a:chOff x="0" y="0"/>
            <a:chExt cx="719924" cy="3016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9924" cy="301696"/>
            </a:xfrm>
            <a:custGeom>
              <a:avLst/>
              <a:gdLst/>
              <a:ahLst/>
              <a:cxnLst/>
              <a:rect l="l" t="t" r="r" b="b"/>
              <a:pathLst>
                <a:path w="719924" h="301696">
                  <a:moveTo>
                    <a:pt x="40092" y="0"/>
                  </a:moveTo>
                  <a:lnTo>
                    <a:pt x="679832" y="0"/>
                  </a:lnTo>
                  <a:cubicBezTo>
                    <a:pt x="701974" y="0"/>
                    <a:pt x="719924" y="17950"/>
                    <a:pt x="719924" y="40092"/>
                  </a:cubicBezTo>
                  <a:lnTo>
                    <a:pt x="719924" y="261604"/>
                  </a:lnTo>
                  <a:cubicBezTo>
                    <a:pt x="719924" y="272237"/>
                    <a:pt x="715700" y="282434"/>
                    <a:pt x="708182" y="289953"/>
                  </a:cubicBezTo>
                  <a:cubicBezTo>
                    <a:pt x="700663" y="297472"/>
                    <a:pt x="690465" y="301696"/>
                    <a:pt x="679832" y="301696"/>
                  </a:cubicBezTo>
                  <a:lnTo>
                    <a:pt x="40092" y="301696"/>
                  </a:lnTo>
                  <a:cubicBezTo>
                    <a:pt x="17950" y="301696"/>
                    <a:pt x="0" y="283746"/>
                    <a:pt x="0" y="261604"/>
                  </a:cubicBezTo>
                  <a:lnTo>
                    <a:pt x="0" y="40092"/>
                  </a:lnTo>
                  <a:cubicBezTo>
                    <a:pt x="0" y="17950"/>
                    <a:pt x="17950" y="0"/>
                    <a:pt x="40092" y="0"/>
                  </a:cubicBezTo>
                  <a:close/>
                </a:path>
              </a:pathLst>
            </a:custGeom>
            <a:solidFill>
              <a:srgbClr val="100F0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719924" cy="330271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226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349612" y="6470657"/>
            <a:ext cx="1105126" cy="51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  <a:spcBef>
                <a:spcPct val="0"/>
              </a:spcBef>
            </a:pPr>
            <a:r>
              <a:rPr lang="en-US" sz="1446" b="1" spc="-2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ÖZER KOCA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202520" y="1746491"/>
            <a:ext cx="9264371" cy="1296160"/>
            <a:chOff x="0" y="0"/>
            <a:chExt cx="3453938" cy="48323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53938" cy="483234"/>
            </a:xfrm>
            <a:custGeom>
              <a:avLst/>
              <a:gdLst/>
              <a:ahLst/>
              <a:cxnLst/>
              <a:rect l="l" t="t" r="r" b="b"/>
              <a:pathLst>
                <a:path w="3453938" h="483234">
                  <a:moveTo>
                    <a:pt x="8357" y="0"/>
                  </a:moveTo>
                  <a:lnTo>
                    <a:pt x="3445581" y="0"/>
                  </a:lnTo>
                  <a:cubicBezTo>
                    <a:pt x="3450196" y="0"/>
                    <a:pt x="3453938" y="3741"/>
                    <a:pt x="3453938" y="8357"/>
                  </a:cubicBezTo>
                  <a:lnTo>
                    <a:pt x="3453938" y="474877"/>
                  </a:lnTo>
                  <a:cubicBezTo>
                    <a:pt x="3453938" y="479492"/>
                    <a:pt x="3450196" y="483234"/>
                    <a:pt x="3445581" y="483234"/>
                  </a:cubicBezTo>
                  <a:lnTo>
                    <a:pt x="8357" y="483234"/>
                  </a:lnTo>
                  <a:cubicBezTo>
                    <a:pt x="3741" y="483234"/>
                    <a:pt x="0" y="479492"/>
                    <a:pt x="0" y="474877"/>
                  </a:cubicBezTo>
                  <a:lnTo>
                    <a:pt x="0" y="8357"/>
                  </a:lnTo>
                  <a:cubicBezTo>
                    <a:pt x="0" y="3741"/>
                    <a:pt x="3741" y="0"/>
                    <a:pt x="8357" y="0"/>
                  </a:cubicBezTo>
                  <a:close/>
                </a:path>
              </a:pathLst>
            </a:custGeom>
            <a:solidFill>
              <a:srgbClr val="100F0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3453938" cy="511809"/>
            </a:xfrm>
            <a:prstGeom prst="rect">
              <a:avLst/>
            </a:prstGeom>
          </p:spPr>
          <p:txBody>
            <a:bodyPr lIns="38947" tIns="38947" rIns="38947" bIns="38947" rtlCol="0" anchor="ctr"/>
            <a:lstStyle/>
            <a:p>
              <a:pPr algn="ctr">
                <a:lnSpc>
                  <a:spcPts val="2226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4524100" y="1945944"/>
            <a:ext cx="4981679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spc="-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EKİP ÜYELERİ</a:t>
            </a: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A0D04ED4-956A-697C-73FC-AF86170C7703}"/>
              </a:ext>
            </a:extLst>
          </p:cNvPr>
          <p:cNvSpPr/>
          <p:nvPr/>
        </p:nvSpPr>
        <p:spPr>
          <a:xfrm>
            <a:off x="-152400" y="6452283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020800" cy="7924800"/>
          </a:xfrm>
          <a:custGeom>
            <a:avLst/>
            <a:gdLst/>
            <a:ahLst/>
            <a:cxnLst/>
            <a:rect l="l" t="t" r="r" b="b"/>
            <a:pathLst>
              <a:path w="14020800" h="7924800">
                <a:moveTo>
                  <a:pt x="0" y="0"/>
                </a:moveTo>
                <a:lnTo>
                  <a:pt x="14020800" y="0"/>
                </a:lnTo>
                <a:lnTo>
                  <a:pt x="14020800" y="7924800"/>
                </a:lnTo>
                <a:lnTo>
                  <a:pt x="0" y="792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21" r="-35721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6880414" y="6354114"/>
            <a:ext cx="2146012" cy="337390"/>
          </a:xfrm>
          <a:custGeom>
            <a:avLst/>
            <a:gdLst/>
            <a:ahLst/>
            <a:cxnLst/>
            <a:rect l="l" t="t" r="r" b="b"/>
            <a:pathLst>
              <a:path w="2146012" h="337390">
                <a:moveTo>
                  <a:pt x="0" y="0"/>
                </a:moveTo>
                <a:lnTo>
                  <a:pt x="2146012" y="0"/>
                </a:lnTo>
                <a:lnTo>
                  <a:pt x="2146012" y="337390"/>
                </a:lnTo>
                <a:lnTo>
                  <a:pt x="0" y="33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2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4" name="Group 4"/>
          <p:cNvGrpSpPr/>
          <p:nvPr/>
        </p:nvGrpSpPr>
        <p:grpSpPr>
          <a:xfrm>
            <a:off x="6880414" y="4289461"/>
            <a:ext cx="2146012" cy="2146012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t="-5484" b="-5484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6" name="Freeform 6"/>
          <p:cNvSpPr/>
          <p:nvPr/>
        </p:nvSpPr>
        <p:spPr>
          <a:xfrm>
            <a:off x="6880414" y="3724806"/>
            <a:ext cx="2146012" cy="337390"/>
          </a:xfrm>
          <a:custGeom>
            <a:avLst/>
            <a:gdLst/>
            <a:ahLst/>
            <a:cxnLst/>
            <a:rect l="l" t="t" r="r" b="b"/>
            <a:pathLst>
              <a:path w="2146012" h="337390">
                <a:moveTo>
                  <a:pt x="0" y="0"/>
                </a:moveTo>
                <a:lnTo>
                  <a:pt x="2146012" y="0"/>
                </a:lnTo>
                <a:lnTo>
                  <a:pt x="2146012" y="337390"/>
                </a:lnTo>
                <a:lnTo>
                  <a:pt x="0" y="33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2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7" name="Group 7"/>
          <p:cNvGrpSpPr/>
          <p:nvPr/>
        </p:nvGrpSpPr>
        <p:grpSpPr>
          <a:xfrm>
            <a:off x="6880414" y="1633704"/>
            <a:ext cx="2146012" cy="2146012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5"/>
              <a:stretch>
                <a:fillRect l="-60909" r="-60909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92480" y="1846243"/>
            <a:ext cx="5205914" cy="2928290"/>
            <a:chOff x="0" y="0"/>
            <a:chExt cx="1128903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87760" cy="6350000"/>
            </a:xfrm>
            <a:custGeom>
              <a:avLst/>
              <a:gdLst/>
              <a:ahLst/>
              <a:cxnLst/>
              <a:rect l="l" t="t" r="r" b="b"/>
              <a:pathLst>
                <a:path w="11287760" h="635000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6"/>
              <a:stretch>
                <a:fillRect l="-26193" r="-26193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1" name="Freeform 11"/>
          <p:cNvSpPr/>
          <p:nvPr/>
        </p:nvSpPr>
        <p:spPr>
          <a:xfrm>
            <a:off x="9506727" y="7595815"/>
            <a:ext cx="2146012" cy="337390"/>
          </a:xfrm>
          <a:custGeom>
            <a:avLst/>
            <a:gdLst/>
            <a:ahLst/>
            <a:cxnLst/>
            <a:rect l="l" t="t" r="r" b="b"/>
            <a:pathLst>
              <a:path w="2146012" h="337390">
                <a:moveTo>
                  <a:pt x="0" y="0"/>
                </a:moveTo>
                <a:lnTo>
                  <a:pt x="2146012" y="0"/>
                </a:lnTo>
                <a:lnTo>
                  <a:pt x="2146012" y="337390"/>
                </a:lnTo>
                <a:lnTo>
                  <a:pt x="0" y="33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2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2" name="Group 12"/>
          <p:cNvGrpSpPr/>
          <p:nvPr/>
        </p:nvGrpSpPr>
        <p:grpSpPr>
          <a:xfrm>
            <a:off x="9506727" y="5449803"/>
            <a:ext cx="2146012" cy="2146012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7"/>
              <a:stretch>
                <a:fillRect l="-12089" r="-12089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4" name="Freeform 14"/>
          <p:cNvSpPr/>
          <p:nvPr/>
        </p:nvSpPr>
        <p:spPr>
          <a:xfrm>
            <a:off x="9506727" y="4966507"/>
            <a:ext cx="2146012" cy="337390"/>
          </a:xfrm>
          <a:custGeom>
            <a:avLst/>
            <a:gdLst/>
            <a:ahLst/>
            <a:cxnLst/>
            <a:rect l="l" t="t" r="r" b="b"/>
            <a:pathLst>
              <a:path w="2146012" h="337390">
                <a:moveTo>
                  <a:pt x="0" y="0"/>
                </a:moveTo>
                <a:lnTo>
                  <a:pt x="2146012" y="0"/>
                </a:lnTo>
                <a:lnTo>
                  <a:pt x="2146012" y="337390"/>
                </a:lnTo>
                <a:lnTo>
                  <a:pt x="0" y="33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2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5" name="Group 15"/>
          <p:cNvGrpSpPr/>
          <p:nvPr/>
        </p:nvGrpSpPr>
        <p:grpSpPr>
          <a:xfrm>
            <a:off x="9506727" y="2889394"/>
            <a:ext cx="2146012" cy="2146012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8"/>
              <a:stretch>
                <a:fillRect t="-19782" b="-19782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7" name="Freeform 17"/>
          <p:cNvSpPr/>
          <p:nvPr/>
        </p:nvSpPr>
        <p:spPr>
          <a:xfrm>
            <a:off x="9506727" y="2253577"/>
            <a:ext cx="2146012" cy="337390"/>
          </a:xfrm>
          <a:custGeom>
            <a:avLst/>
            <a:gdLst/>
            <a:ahLst/>
            <a:cxnLst/>
            <a:rect l="l" t="t" r="r" b="b"/>
            <a:pathLst>
              <a:path w="2146012" h="337390">
                <a:moveTo>
                  <a:pt x="0" y="0"/>
                </a:moveTo>
                <a:lnTo>
                  <a:pt x="2146012" y="0"/>
                </a:lnTo>
                <a:lnTo>
                  <a:pt x="2146012" y="337390"/>
                </a:lnTo>
                <a:lnTo>
                  <a:pt x="0" y="33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2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8" name="Group 18"/>
          <p:cNvGrpSpPr/>
          <p:nvPr/>
        </p:nvGrpSpPr>
        <p:grpSpPr>
          <a:xfrm>
            <a:off x="9506727" y="216354"/>
            <a:ext cx="2146012" cy="2146012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9"/>
              <a:stretch>
                <a:fillRect l="-60534" r="-38838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2412281" y="6098083"/>
            <a:ext cx="2146012" cy="337390"/>
          </a:xfrm>
          <a:custGeom>
            <a:avLst/>
            <a:gdLst/>
            <a:ahLst/>
            <a:cxnLst/>
            <a:rect l="l" t="t" r="r" b="b"/>
            <a:pathLst>
              <a:path w="2146012" h="337390">
                <a:moveTo>
                  <a:pt x="0" y="0"/>
                </a:moveTo>
                <a:lnTo>
                  <a:pt x="2146012" y="0"/>
                </a:lnTo>
                <a:lnTo>
                  <a:pt x="2146012" y="337390"/>
                </a:lnTo>
                <a:lnTo>
                  <a:pt x="0" y="33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2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21" name="Group 21"/>
          <p:cNvGrpSpPr/>
          <p:nvPr/>
        </p:nvGrpSpPr>
        <p:grpSpPr>
          <a:xfrm>
            <a:off x="12412281" y="4065467"/>
            <a:ext cx="2146012" cy="2146012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10"/>
              <a:stretch>
                <a:fillRect l="-13232" r="-13232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412281" y="3442327"/>
            <a:ext cx="2146012" cy="337390"/>
          </a:xfrm>
          <a:custGeom>
            <a:avLst/>
            <a:gdLst/>
            <a:ahLst/>
            <a:cxnLst/>
            <a:rect l="l" t="t" r="r" b="b"/>
            <a:pathLst>
              <a:path w="2146012" h="337390">
                <a:moveTo>
                  <a:pt x="0" y="0"/>
                </a:moveTo>
                <a:lnTo>
                  <a:pt x="2146012" y="0"/>
                </a:lnTo>
                <a:lnTo>
                  <a:pt x="2146012" y="337390"/>
                </a:lnTo>
                <a:lnTo>
                  <a:pt x="0" y="33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2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24" name="Group 24"/>
          <p:cNvGrpSpPr/>
          <p:nvPr/>
        </p:nvGrpSpPr>
        <p:grpSpPr>
          <a:xfrm>
            <a:off x="12412281" y="1406440"/>
            <a:ext cx="2146012" cy="2146012"/>
            <a:chOff x="0" y="0"/>
            <a:chExt cx="6350000" cy="635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11"/>
              <a:stretch>
                <a:fillRect t="-15931" b="-15931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2412281" y="784252"/>
            <a:ext cx="2146012" cy="337390"/>
          </a:xfrm>
          <a:custGeom>
            <a:avLst/>
            <a:gdLst/>
            <a:ahLst/>
            <a:cxnLst/>
            <a:rect l="l" t="t" r="r" b="b"/>
            <a:pathLst>
              <a:path w="2146012" h="337390">
                <a:moveTo>
                  <a:pt x="0" y="0"/>
                </a:moveTo>
                <a:lnTo>
                  <a:pt x="2146012" y="0"/>
                </a:lnTo>
                <a:lnTo>
                  <a:pt x="2146012" y="337390"/>
                </a:lnTo>
                <a:lnTo>
                  <a:pt x="0" y="33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62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27" name="Group 27"/>
          <p:cNvGrpSpPr/>
          <p:nvPr/>
        </p:nvGrpSpPr>
        <p:grpSpPr>
          <a:xfrm>
            <a:off x="12412281" y="-1251635"/>
            <a:ext cx="2146012" cy="2146012"/>
            <a:chOff x="0" y="0"/>
            <a:chExt cx="6350000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t="-5484" b="-5484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412281" y="6691504"/>
            <a:ext cx="2146012" cy="2146012"/>
            <a:chOff x="0" y="0"/>
            <a:chExt cx="6350000" cy="635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12"/>
              <a:stretch>
                <a:fillRect t="-36916" b="-36916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1" name="Freeform 31"/>
          <p:cNvSpPr/>
          <p:nvPr/>
        </p:nvSpPr>
        <p:spPr>
          <a:xfrm>
            <a:off x="0" y="6435473"/>
            <a:ext cx="1878113" cy="1878113"/>
          </a:xfrm>
          <a:custGeom>
            <a:avLst/>
            <a:gdLst/>
            <a:ahLst/>
            <a:cxnLst/>
            <a:rect l="l" t="t" r="r" b="b"/>
            <a:pathLst>
              <a:path w="1878113" h="1878113">
                <a:moveTo>
                  <a:pt x="0" y="0"/>
                </a:moveTo>
                <a:lnTo>
                  <a:pt x="1878113" y="0"/>
                </a:lnTo>
                <a:lnTo>
                  <a:pt x="1878113" y="1878113"/>
                </a:lnTo>
                <a:lnTo>
                  <a:pt x="0" y="18781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2" name="TextBox 32"/>
          <p:cNvSpPr txBox="1"/>
          <p:nvPr/>
        </p:nvSpPr>
        <p:spPr>
          <a:xfrm>
            <a:off x="1007590" y="2156227"/>
            <a:ext cx="4775694" cy="2222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7"/>
              </a:lnSpc>
              <a:spcBef>
                <a:spcPct val="0"/>
              </a:spcBef>
            </a:pPr>
            <a:r>
              <a:rPr lang="en-US" sz="427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İZLEDİĞİNİZ İÇİN 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316</Words>
  <Application>Microsoft Office PowerPoint</Application>
  <PresentationFormat>Özel</PresentationFormat>
  <Paragraphs>77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2" baseType="lpstr">
      <vt:lpstr>Montserrat Bold</vt:lpstr>
      <vt:lpstr>Calibri</vt:lpstr>
      <vt:lpstr>Montserrat</vt:lpstr>
      <vt:lpstr>Archivo Black</vt:lpstr>
      <vt:lpstr>Arial</vt:lpstr>
      <vt:lpstr>Open Sauce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Amaç: Dikkati çekmek, oyunu tanıtmak ve sunumun tonunu belirlemek. * Slayt 1: Hoş Geldiniz ve Oyun Tanıtımı * Başlık: "The Way'e Hoş Geldiniz!" * İçerik: * Kısa bir açılış: "Bugün, 24 Mayıs 2025'te, 'The Way' ile indie oyun dünyasına adım atıyoruz!" *</dc:title>
  <cp:lastModifiedBy>Alaattin Uysal</cp:lastModifiedBy>
  <cp:revision>2</cp:revision>
  <dcterms:created xsi:type="dcterms:W3CDTF">2006-08-16T00:00:00Z</dcterms:created>
  <dcterms:modified xsi:type="dcterms:W3CDTF">2025-05-28T10:04:54Z</dcterms:modified>
  <dc:identifier>DAGoXP7dcT0</dc:identifier>
</cp:coreProperties>
</file>